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sldIdLst>
    <p:sldId id="288" r:id="rId2"/>
    <p:sldId id="282" r:id="rId3"/>
    <p:sldId id="283" r:id="rId4"/>
    <p:sldId id="289" r:id="rId5"/>
    <p:sldId id="291" r:id="rId6"/>
    <p:sldId id="297" r:id="rId7"/>
    <p:sldId id="292" r:id="rId8"/>
    <p:sldId id="296" r:id="rId9"/>
    <p:sldId id="295" r:id="rId10"/>
    <p:sldId id="298" r:id="rId11"/>
    <p:sldId id="299" r:id="rId12"/>
    <p:sldId id="300" r:id="rId13"/>
    <p:sldId id="290" r:id="rId14"/>
    <p:sldId id="293" r:id="rId15"/>
    <p:sldId id="294" r:id="rId16"/>
    <p:sldId id="302" r:id="rId17"/>
    <p:sldId id="301" r:id="rId18"/>
    <p:sldId id="284" r:id="rId19"/>
    <p:sldId id="278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CC"/>
    <a:srgbClr val="485B7D"/>
    <a:srgbClr val="29406A"/>
    <a:srgbClr val="FFCC00"/>
    <a:srgbClr val="7E8AA0"/>
    <a:srgbClr val="A686BE"/>
    <a:srgbClr val="BFAECC"/>
    <a:srgbClr val="BA3E9F"/>
    <a:srgbClr val="D91E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44" autoAdjust="0"/>
    <p:restoredTop sz="92394" autoAdjust="0"/>
  </p:normalViewPr>
  <p:slideViewPr>
    <p:cSldViewPr snapToGrid="0">
      <p:cViewPr varScale="1">
        <p:scale>
          <a:sx n="122" d="100"/>
          <a:sy n="122" d="100"/>
        </p:scale>
        <p:origin x="1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3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F326B-DD9B-4637-8373-2D89CD9854B3}" type="datetimeFigureOut">
              <a:rPr lang="ko-KR" altLang="en-US" smtClean="0"/>
              <a:t>2021-01-15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E881C-C18C-4279-ABBC-A4F7CB564F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095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1-외부용"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100000">
              <a:schemeClr val="accent5">
                <a:lumMod val="5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0EC4AEFD-C672-4090-9C54-FCBDB21AD2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  <p:sp>
        <p:nvSpPr>
          <p:cNvPr id="3" name="모서리가 둥근 직사각형 67">
            <a:extLst>
              <a:ext uri="{FF2B5EF4-FFF2-40B4-BE49-F238E27FC236}">
                <a16:creationId xmlns:a16="http://schemas.microsoft.com/office/drawing/2014/main" id="{7509603F-E401-4C2F-A0CB-3B37181E0CBF}"/>
              </a:ext>
            </a:extLst>
          </p:cNvPr>
          <p:cNvSpPr/>
          <p:nvPr userDrawn="1"/>
        </p:nvSpPr>
        <p:spPr>
          <a:xfrm>
            <a:off x="667110" y="1260393"/>
            <a:ext cx="10857780" cy="1079499"/>
          </a:xfrm>
          <a:prstGeom prst="roundRect">
            <a:avLst>
              <a:gd name="adj" fmla="val 50000"/>
            </a:avLst>
          </a:prstGeom>
          <a:solidFill>
            <a:schemeClr val="bg1">
              <a:alpha val="3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7C7B0A1-BFE8-474B-A680-690C1DCCFCA1}"/>
              </a:ext>
            </a:extLst>
          </p:cNvPr>
          <p:cNvGrpSpPr/>
          <p:nvPr userDrawn="1"/>
        </p:nvGrpSpPr>
        <p:grpSpPr>
          <a:xfrm>
            <a:off x="5321474" y="3080846"/>
            <a:ext cx="1549052" cy="1285082"/>
            <a:chOff x="5124687" y="2997246"/>
            <a:chExt cx="1750597" cy="1452282"/>
          </a:xfrm>
        </p:grpSpPr>
        <p:pic>
          <p:nvPicPr>
            <p:cNvPr id="5" name="그림 4" descr="표지판이(가) 표시된 사진&#10;&#10;자동 생성된 설명">
              <a:extLst>
                <a:ext uri="{FF2B5EF4-FFF2-40B4-BE49-F238E27FC236}">
                  <a16:creationId xmlns:a16="http://schemas.microsoft.com/office/drawing/2014/main" id="{CA432010-9C4F-4213-A7FC-4F99AD987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00"/>
                      </a14:imgEffect>
                      <a14:imgEffect>
                        <a14:brightnessContrast bright="47000" contrast="-5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7547" y="3020105"/>
              <a:ext cx="1727737" cy="1429423"/>
            </a:xfrm>
            <a:prstGeom prst="rect">
              <a:avLst/>
            </a:prstGeom>
          </p:spPr>
        </p:pic>
        <p:pic>
          <p:nvPicPr>
            <p:cNvPr id="6" name="그림 5" descr="표지판이(가) 표시된 사진&#10;&#10;자동 생성된 설명">
              <a:extLst>
                <a:ext uri="{FF2B5EF4-FFF2-40B4-BE49-F238E27FC236}">
                  <a16:creationId xmlns:a16="http://schemas.microsoft.com/office/drawing/2014/main" id="{E60601AA-4499-46CB-8B3F-0BE4696FA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4687" y="2997246"/>
              <a:ext cx="1727737" cy="142942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BF08BCB-E837-4115-8AAA-D2037DC14442}"/>
              </a:ext>
            </a:extLst>
          </p:cNvPr>
          <p:cNvSpPr txBox="1"/>
          <p:nvPr userDrawn="1"/>
        </p:nvSpPr>
        <p:spPr>
          <a:xfrm>
            <a:off x="4193001" y="4433983"/>
            <a:ext cx="3805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Design &amp; Development</a:t>
            </a:r>
            <a:r>
              <a: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Adobe Fan Heiti Std B" pitchFamily="34" charset="-128"/>
              </a:rPr>
              <a:t> </a:t>
            </a:r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Center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C7220F2-DB47-4FCE-825B-E94C88AE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863" y="1311214"/>
            <a:ext cx="8970274" cy="971911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715501BC-2969-4B1B-8E34-5F97778216C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999000" y="3787379"/>
            <a:ext cx="3784120" cy="1079500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b="1" baseline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작성부서 및 작성일자</a:t>
            </a:r>
          </a:p>
        </p:txBody>
      </p:sp>
    </p:spTree>
    <p:extLst>
      <p:ext uri="{BB962C8B-B14F-4D97-AF65-F5344CB8AC3E}">
        <p14:creationId xmlns:p14="http://schemas.microsoft.com/office/powerpoint/2010/main" val="7431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2-내부용"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100000">
              <a:schemeClr val="accent5">
                <a:lumMod val="5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0EC4AEFD-C672-4090-9C54-FCBDB21AD2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  <p:sp>
        <p:nvSpPr>
          <p:cNvPr id="3" name="모서리가 둥근 직사각형 67">
            <a:extLst>
              <a:ext uri="{FF2B5EF4-FFF2-40B4-BE49-F238E27FC236}">
                <a16:creationId xmlns:a16="http://schemas.microsoft.com/office/drawing/2014/main" id="{7509603F-E401-4C2F-A0CB-3B37181E0CBF}"/>
              </a:ext>
            </a:extLst>
          </p:cNvPr>
          <p:cNvSpPr/>
          <p:nvPr userDrawn="1"/>
        </p:nvSpPr>
        <p:spPr>
          <a:xfrm>
            <a:off x="667110" y="1260393"/>
            <a:ext cx="10857780" cy="1079499"/>
          </a:xfrm>
          <a:prstGeom prst="roundRect">
            <a:avLst>
              <a:gd name="adj" fmla="val 50000"/>
            </a:avLst>
          </a:prstGeom>
          <a:solidFill>
            <a:schemeClr val="bg1">
              <a:alpha val="3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C7220F2-DB47-4FCE-825B-E94C88AE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436" y="1311214"/>
            <a:ext cx="9989128" cy="971911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715501BC-2969-4B1B-8E34-5F97778216C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32363" y="5198854"/>
            <a:ext cx="4727276" cy="1079500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2000" b="1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작성부서 및 작성일자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A76817B-3EB9-4AC3-9F00-1928D5D90605}"/>
              </a:ext>
            </a:extLst>
          </p:cNvPr>
          <p:cNvGrpSpPr/>
          <p:nvPr userDrawn="1"/>
        </p:nvGrpSpPr>
        <p:grpSpPr>
          <a:xfrm>
            <a:off x="5321474" y="3080846"/>
            <a:ext cx="1549052" cy="1285082"/>
            <a:chOff x="5124687" y="2997246"/>
            <a:chExt cx="1750597" cy="1452282"/>
          </a:xfrm>
        </p:grpSpPr>
        <p:pic>
          <p:nvPicPr>
            <p:cNvPr id="20" name="그림 19" descr="표지판이(가) 표시된 사진&#10;&#10;자동 생성된 설명">
              <a:extLst>
                <a:ext uri="{FF2B5EF4-FFF2-40B4-BE49-F238E27FC236}">
                  <a16:creationId xmlns:a16="http://schemas.microsoft.com/office/drawing/2014/main" id="{870CDE2D-E32E-4442-BCA4-38628F5A0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00"/>
                      </a14:imgEffect>
                      <a14:imgEffect>
                        <a14:brightnessContrast bright="47000" contrast="-5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7547" y="3020105"/>
              <a:ext cx="1727737" cy="1429423"/>
            </a:xfrm>
            <a:prstGeom prst="rect">
              <a:avLst/>
            </a:prstGeom>
          </p:spPr>
        </p:pic>
        <p:pic>
          <p:nvPicPr>
            <p:cNvPr id="21" name="그림 20" descr="표지판이(가) 표시된 사진&#10;&#10;자동 생성된 설명">
              <a:extLst>
                <a:ext uri="{FF2B5EF4-FFF2-40B4-BE49-F238E27FC236}">
                  <a16:creationId xmlns:a16="http://schemas.microsoft.com/office/drawing/2014/main" id="{89E0A5C2-FD67-4DAA-9364-FE5025A26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4687" y="2997246"/>
              <a:ext cx="1727737" cy="1429423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F381541-5F81-499A-A9B6-74B0E6603DFF}"/>
              </a:ext>
            </a:extLst>
          </p:cNvPr>
          <p:cNvSpPr txBox="1"/>
          <p:nvPr userDrawn="1"/>
        </p:nvSpPr>
        <p:spPr>
          <a:xfrm>
            <a:off x="4193001" y="4433983"/>
            <a:ext cx="3805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Design &amp; Development</a:t>
            </a:r>
            <a:r>
              <a: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Adobe Fan Heiti Std B" pitchFamily="34" charset="-128"/>
              </a:rPr>
              <a:t> </a:t>
            </a:r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Center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454129EE-BB08-4153-AA14-FA5F4B0B12E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01436" y="2351181"/>
            <a:ext cx="3327109" cy="344926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600" b="1" i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Project Name</a:t>
            </a:r>
            <a:endParaRPr lang="ko-KR" altLang="en-US" dirty="0"/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F0B5896E-18B0-444E-998B-DD1F34C0F8C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763455" y="2351181"/>
            <a:ext cx="3327109" cy="344926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600" b="1" i="1" baseline="0">
                <a:solidFill>
                  <a:srgbClr val="485B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Doc. Version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18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2-내부용"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100000">
              <a:schemeClr val="accent5">
                <a:lumMod val="5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0EC4AEFD-C672-4090-9C54-FCBDB21AD2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  <p:sp>
        <p:nvSpPr>
          <p:cNvPr id="3" name="모서리가 둥근 직사각형 67">
            <a:extLst>
              <a:ext uri="{FF2B5EF4-FFF2-40B4-BE49-F238E27FC236}">
                <a16:creationId xmlns:a16="http://schemas.microsoft.com/office/drawing/2014/main" id="{7509603F-E401-4C2F-A0CB-3B37181E0CBF}"/>
              </a:ext>
            </a:extLst>
          </p:cNvPr>
          <p:cNvSpPr/>
          <p:nvPr userDrawn="1"/>
        </p:nvSpPr>
        <p:spPr>
          <a:xfrm>
            <a:off x="667110" y="1260393"/>
            <a:ext cx="10857780" cy="1133672"/>
          </a:xfrm>
          <a:prstGeom prst="roundRect">
            <a:avLst>
              <a:gd name="adj" fmla="val 50000"/>
            </a:avLst>
          </a:prstGeom>
          <a:solidFill>
            <a:schemeClr val="bg1">
              <a:alpha val="3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CC7220F2-DB47-4FCE-825B-E94C88AE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436" y="1376697"/>
            <a:ext cx="9989128" cy="5355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ctr">
              <a:defRPr sz="32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715501BC-2969-4B1B-8E34-5F97778216C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32363" y="5198854"/>
            <a:ext cx="4727276" cy="1079500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2000" b="1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작성부서 및 작성일자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A76817B-3EB9-4AC3-9F00-1928D5D90605}"/>
              </a:ext>
            </a:extLst>
          </p:cNvPr>
          <p:cNvGrpSpPr/>
          <p:nvPr userDrawn="1"/>
        </p:nvGrpSpPr>
        <p:grpSpPr>
          <a:xfrm>
            <a:off x="5321474" y="3263719"/>
            <a:ext cx="1549052" cy="1285082"/>
            <a:chOff x="5124687" y="2997246"/>
            <a:chExt cx="1750597" cy="1452282"/>
          </a:xfrm>
        </p:grpSpPr>
        <p:pic>
          <p:nvPicPr>
            <p:cNvPr id="20" name="그림 19" descr="표지판이(가) 표시된 사진&#10;&#10;자동 생성된 설명">
              <a:extLst>
                <a:ext uri="{FF2B5EF4-FFF2-40B4-BE49-F238E27FC236}">
                  <a16:creationId xmlns:a16="http://schemas.microsoft.com/office/drawing/2014/main" id="{870CDE2D-E32E-4442-BCA4-38628F5A0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-100000"/>
                      </a14:imgEffect>
                      <a14:imgEffect>
                        <a14:brightnessContrast bright="47000" contrast="-5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7547" y="3020105"/>
              <a:ext cx="1727737" cy="1429423"/>
            </a:xfrm>
            <a:prstGeom prst="rect">
              <a:avLst/>
            </a:prstGeom>
          </p:spPr>
        </p:pic>
        <p:pic>
          <p:nvPicPr>
            <p:cNvPr id="21" name="그림 20" descr="표지판이(가) 표시된 사진&#10;&#10;자동 생성된 설명">
              <a:extLst>
                <a:ext uri="{FF2B5EF4-FFF2-40B4-BE49-F238E27FC236}">
                  <a16:creationId xmlns:a16="http://schemas.microsoft.com/office/drawing/2014/main" id="{89E0A5C2-FD67-4DAA-9364-FE5025A26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4687" y="2997246"/>
              <a:ext cx="1727737" cy="1429423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F381541-5F81-499A-A9B6-74B0E6603DFF}"/>
              </a:ext>
            </a:extLst>
          </p:cNvPr>
          <p:cNvSpPr txBox="1"/>
          <p:nvPr userDrawn="1"/>
        </p:nvSpPr>
        <p:spPr>
          <a:xfrm>
            <a:off x="4193001" y="4616856"/>
            <a:ext cx="3805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Design &amp; Development</a:t>
            </a:r>
            <a:r>
              <a:rPr lang="ko-KR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Adobe Fan Heiti Std B" pitchFamily="34" charset="-128"/>
              </a:rPr>
              <a:t> </a:t>
            </a:r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Center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F7015F14-8E1C-493F-A82F-3E2FF45332E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01436" y="1969184"/>
            <a:ext cx="9989128" cy="365178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800" b="1" baseline="0">
                <a:solidFill>
                  <a:srgbClr val="FFFF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소제목 편집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64BF2337-20F6-4814-977D-A3926B156B7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01436" y="2396897"/>
            <a:ext cx="3327109" cy="344926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1600" b="1" i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Project Name</a:t>
            </a:r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641D4868-CC52-46CD-BF91-B027A9D1F77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763455" y="2396897"/>
            <a:ext cx="3327109" cy="344926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600" b="1" i="1" baseline="0">
                <a:solidFill>
                  <a:srgbClr val="485B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Doc. Version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025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100000">
              <a:schemeClr val="accent5">
                <a:lumMod val="5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6">
            <a:extLst>
              <a:ext uri="{FF2B5EF4-FFF2-40B4-BE49-F238E27FC236}">
                <a16:creationId xmlns:a16="http://schemas.microsoft.com/office/drawing/2014/main" id="{3058FD6C-BE5C-4435-9F1C-4B97012C7425}"/>
              </a:ext>
            </a:extLst>
          </p:cNvPr>
          <p:cNvSpPr/>
          <p:nvPr userDrawn="1"/>
        </p:nvSpPr>
        <p:spPr>
          <a:xfrm>
            <a:off x="3886200" y="620048"/>
            <a:ext cx="4419600" cy="726131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Arial Black" panose="020B0A04020102020204" pitchFamily="34" charset="0"/>
                <a:ea typeface="HY견고딕" panose="02030600000101010101" pitchFamily="18" charset="-127"/>
                <a:cs typeface="Aharoni" panose="02010803020104030203" pitchFamily="2" charset="-79"/>
              </a:rPr>
              <a:t>CONTENTS</a:t>
            </a:r>
          </a:p>
        </p:txBody>
      </p:sp>
      <p:pic>
        <p:nvPicPr>
          <p:cNvPr id="4" name="Picture 9" descr="H:\블로그\20151201 ppt\idea14.png">
            <a:extLst>
              <a:ext uri="{FF2B5EF4-FFF2-40B4-BE49-F238E27FC236}">
                <a16:creationId xmlns:a16="http://schemas.microsoft.com/office/drawing/2014/main" id="{CC782E16-4D5A-4BCC-8516-1CD8882A4B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526" y="2934596"/>
            <a:ext cx="360000" cy="36000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:\블로그\20151201 ppt\three115 (1).png">
            <a:extLst>
              <a:ext uri="{FF2B5EF4-FFF2-40B4-BE49-F238E27FC236}">
                <a16:creationId xmlns:a16="http://schemas.microsoft.com/office/drawing/2014/main" id="{1BD66456-AE52-4E35-AE69-14D45BB81D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610" y="3485809"/>
            <a:ext cx="360000" cy="36000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7" descr="H:\블로그\20151201 ppt\smartphones17.png">
            <a:extLst>
              <a:ext uri="{FF2B5EF4-FFF2-40B4-BE49-F238E27FC236}">
                <a16:creationId xmlns:a16="http://schemas.microsoft.com/office/drawing/2014/main" id="{6CCA11A3-1821-40FF-9416-089C102CA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610" y="1832170"/>
            <a:ext cx="360000" cy="36000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H:\블로그\20151201 ppt\calendar159.png">
            <a:extLst>
              <a:ext uri="{FF2B5EF4-FFF2-40B4-BE49-F238E27FC236}">
                <a16:creationId xmlns:a16="http://schemas.microsoft.com/office/drawing/2014/main" id="{498CF422-5222-40F3-A435-00BF6A0765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610" y="5690664"/>
            <a:ext cx="360000" cy="36000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H:\블로그\20151201 ppt\calculator69.png">
            <a:extLst>
              <a:ext uri="{FF2B5EF4-FFF2-40B4-BE49-F238E27FC236}">
                <a16:creationId xmlns:a16="http://schemas.microsoft.com/office/drawing/2014/main" id="{F0FC39F2-1FD6-4F03-B555-93E1FFD49B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610" y="5139448"/>
            <a:ext cx="360000" cy="36000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3" descr="H:\블로그\20151201 ppt\envelope14.png">
            <a:extLst>
              <a:ext uri="{FF2B5EF4-FFF2-40B4-BE49-F238E27FC236}">
                <a16:creationId xmlns:a16="http://schemas.microsoft.com/office/drawing/2014/main" id="{23158729-5DA4-4E64-AE4D-C23AA286E0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610" y="4588235"/>
            <a:ext cx="360000" cy="36000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2" descr="H:\블로그\20151201 ppt\camera153.png">
            <a:extLst>
              <a:ext uri="{FF2B5EF4-FFF2-40B4-BE49-F238E27FC236}">
                <a16:creationId xmlns:a16="http://schemas.microsoft.com/office/drawing/2014/main" id="{9605BA0E-F1FE-4697-A964-9376C42E55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526" y="4037022"/>
            <a:ext cx="360000" cy="36000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1" descr="H:\블로그\20151201 ppt\pc6.png">
            <a:extLst>
              <a:ext uri="{FF2B5EF4-FFF2-40B4-BE49-F238E27FC236}">
                <a16:creationId xmlns:a16="http://schemas.microsoft.com/office/drawing/2014/main" id="{AB9CC822-A9AA-469B-9253-0B2D8060A5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526" y="2383383"/>
            <a:ext cx="360000" cy="36000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012B9376-0AFF-4639-A123-6B01EB26A53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455698" y="762000"/>
            <a:ext cx="374260" cy="459486"/>
          </a:xfrm>
          <a:custGeom>
            <a:avLst/>
            <a:gdLst>
              <a:gd name="T0" fmla="*/ 1930 w 2831"/>
              <a:gd name="T1" fmla="*/ 2787 h 3472"/>
              <a:gd name="T2" fmla="*/ 1791 w 2831"/>
              <a:gd name="T3" fmla="*/ 2855 h 3472"/>
              <a:gd name="T4" fmla="*/ 2114 w 2831"/>
              <a:gd name="T5" fmla="*/ 3172 h 3472"/>
              <a:gd name="T6" fmla="*/ 2628 w 2831"/>
              <a:gd name="T7" fmla="*/ 2656 h 3472"/>
              <a:gd name="T8" fmla="*/ 2538 w 2831"/>
              <a:gd name="T9" fmla="*/ 2529 h 3472"/>
              <a:gd name="T10" fmla="*/ 1440 w 2831"/>
              <a:gd name="T11" fmla="*/ 2529 h 3472"/>
              <a:gd name="T12" fmla="*/ 914 w 2831"/>
              <a:gd name="T13" fmla="*/ 2569 h 3472"/>
              <a:gd name="T14" fmla="*/ 928 w 2831"/>
              <a:gd name="T15" fmla="*/ 2433 h 3472"/>
              <a:gd name="T16" fmla="*/ 807 w 2831"/>
              <a:gd name="T17" fmla="*/ 2382 h 3472"/>
              <a:gd name="T18" fmla="*/ 439 w 2831"/>
              <a:gd name="T19" fmla="*/ 2514 h 3472"/>
              <a:gd name="T20" fmla="*/ 470 w 2831"/>
              <a:gd name="T21" fmla="*/ 2433 h 3472"/>
              <a:gd name="T22" fmla="*/ 2186 w 2831"/>
              <a:gd name="T23" fmla="*/ 2182 h 3472"/>
              <a:gd name="T24" fmla="*/ 2642 w 2831"/>
              <a:gd name="T25" fmla="*/ 2371 h 3472"/>
              <a:gd name="T26" fmla="*/ 2831 w 2831"/>
              <a:gd name="T27" fmla="*/ 2827 h 3472"/>
              <a:gd name="T28" fmla="*/ 2642 w 2831"/>
              <a:gd name="T29" fmla="*/ 3283 h 3472"/>
              <a:gd name="T30" fmla="*/ 2186 w 2831"/>
              <a:gd name="T31" fmla="*/ 3472 h 3472"/>
              <a:gd name="T32" fmla="*/ 1729 w 2831"/>
              <a:gd name="T33" fmla="*/ 3283 h 3472"/>
              <a:gd name="T34" fmla="*/ 1540 w 2831"/>
              <a:gd name="T35" fmla="*/ 2827 h 3472"/>
              <a:gd name="T36" fmla="*/ 1729 w 2831"/>
              <a:gd name="T37" fmla="*/ 2371 h 3472"/>
              <a:gd name="T38" fmla="*/ 2186 w 2831"/>
              <a:gd name="T39" fmla="*/ 2182 h 3472"/>
              <a:gd name="T40" fmla="*/ 1540 w 2831"/>
              <a:gd name="T41" fmla="*/ 2083 h 3472"/>
              <a:gd name="T42" fmla="*/ 914 w 2831"/>
              <a:gd name="T43" fmla="*/ 2123 h 3472"/>
              <a:gd name="T44" fmla="*/ 928 w 2831"/>
              <a:gd name="T45" fmla="*/ 1986 h 3472"/>
              <a:gd name="T46" fmla="*/ 807 w 2831"/>
              <a:gd name="T47" fmla="*/ 1957 h 3472"/>
              <a:gd name="T48" fmla="*/ 439 w 2831"/>
              <a:gd name="T49" fmla="*/ 2088 h 3472"/>
              <a:gd name="T50" fmla="*/ 470 w 2831"/>
              <a:gd name="T51" fmla="*/ 2007 h 3472"/>
              <a:gd name="T52" fmla="*/ 944 w 2831"/>
              <a:gd name="T53" fmla="*/ 1588 h 3472"/>
              <a:gd name="T54" fmla="*/ 1786 w 2831"/>
              <a:gd name="T55" fmla="*/ 1702 h 3472"/>
              <a:gd name="T56" fmla="*/ 904 w 2831"/>
              <a:gd name="T57" fmla="*/ 1716 h 3472"/>
              <a:gd name="T58" fmla="*/ 944 w 2831"/>
              <a:gd name="T59" fmla="*/ 1588 h 3472"/>
              <a:gd name="T60" fmla="*/ 800 w 2831"/>
              <a:gd name="T61" fmla="*/ 1548 h 3472"/>
              <a:gd name="T62" fmla="*/ 430 w 2831"/>
              <a:gd name="T63" fmla="*/ 1656 h 3472"/>
              <a:gd name="T64" fmla="*/ 484 w 2831"/>
              <a:gd name="T65" fmla="*/ 1589 h 3472"/>
              <a:gd name="T66" fmla="*/ 1738 w 2831"/>
              <a:gd name="T67" fmla="*/ 1140 h 3472"/>
              <a:gd name="T68" fmla="*/ 1778 w 2831"/>
              <a:gd name="T69" fmla="*/ 1269 h 3472"/>
              <a:gd name="T70" fmla="*/ 896 w 2831"/>
              <a:gd name="T71" fmla="*/ 1255 h 3472"/>
              <a:gd name="T72" fmla="*/ 769 w 2831"/>
              <a:gd name="T73" fmla="*/ 1030 h 3472"/>
              <a:gd name="T74" fmla="*/ 616 w 2831"/>
              <a:gd name="T75" fmla="*/ 1312 h 3472"/>
              <a:gd name="T76" fmla="*/ 423 w 2831"/>
              <a:gd name="T77" fmla="*/ 1202 h 3472"/>
              <a:gd name="T78" fmla="*/ 496 w 2831"/>
              <a:gd name="T79" fmla="*/ 1154 h 3472"/>
              <a:gd name="T80" fmla="*/ 548 w 2831"/>
              <a:gd name="T81" fmla="*/ 372 h 3472"/>
              <a:gd name="T82" fmla="*/ 681 w 2831"/>
              <a:gd name="T83" fmla="*/ 618 h 3472"/>
              <a:gd name="T84" fmla="*/ 1588 w 2831"/>
              <a:gd name="T85" fmla="*/ 597 h 3472"/>
              <a:gd name="T86" fmla="*/ 1683 w 2831"/>
              <a:gd name="T87" fmla="*/ 347 h 3472"/>
              <a:gd name="T88" fmla="*/ 2201 w 2831"/>
              <a:gd name="T89" fmla="*/ 438 h 3472"/>
              <a:gd name="T90" fmla="*/ 2118 w 2831"/>
              <a:gd name="T91" fmla="*/ 2037 h 3472"/>
              <a:gd name="T92" fmla="*/ 1412 w 2831"/>
              <a:gd name="T93" fmla="*/ 3005 h 3472"/>
              <a:gd name="T94" fmla="*/ 47 w 2831"/>
              <a:gd name="T95" fmla="*/ 3054 h 3472"/>
              <a:gd name="T96" fmla="*/ 21 w 2831"/>
              <a:gd name="T97" fmla="*/ 455 h 3472"/>
              <a:gd name="T98" fmla="*/ 1118 w 2831"/>
              <a:gd name="T99" fmla="*/ 99 h 3472"/>
              <a:gd name="T100" fmla="*/ 1053 w 2831"/>
              <a:gd name="T101" fmla="*/ 211 h 3472"/>
              <a:gd name="T102" fmla="*/ 1182 w 2831"/>
              <a:gd name="T103" fmla="*/ 211 h 3472"/>
              <a:gd name="T104" fmla="*/ 1118 w 2831"/>
              <a:gd name="T105" fmla="*/ 99 h 3472"/>
              <a:gd name="T106" fmla="*/ 1268 w 2831"/>
              <a:gd name="T107" fmla="*/ 85 h 3472"/>
              <a:gd name="T108" fmla="*/ 1328 w 2831"/>
              <a:gd name="T109" fmla="*/ 238 h 3472"/>
              <a:gd name="T110" fmla="*/ 1564 w 2831"/>
              <a:gd name="T111" fmla="*/ 312 h 3472"/>
              <a:gd name="T112" fmla="*/ 1547 w 2831"/>
              <a:gd name="T113" fmla="*/ 503 h 3472"/>
              <a:gd name="T114" fmla="*/ 711 w 2831"/>
              <a:gd name="T115" fmla="*/ 521 h 3472"/>
              <a:gd name="T116" fmla="*/ 657 w 2831"/>
              <a:gd name="T117" fmla="*/ 338 h 3472"/>
              <a:gd name="T118" fmla="*/ 889 w 2831"/>
              <a:gd name="T119" fmla="*/ 245 h 3472"/>
              <a:gd name="T120" fmla="*/ 954 w 2831"/>
              <a:gd name="T121" fmla="*/ 112 h 3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831" h="3472">
                <a:moveTo>
                  <a:pt x="2538" y="2529"/>
                </a:moveTo>
                <a:lnTo>
                  <a:pt x="2517" y="2531"/>
                </a:lnTo>
                <a:lnTo>
                  <a:pt x="2496" y="2537"/>
                </a:lnTo>
                <a:lnTo>
                  <a:pt x="2476" y="2547"/>
                </a:lnTo>
                <a:lnTo>
                  <a:pt x="2459" y="2563"/>
                </a:lnTo>
                <a:lnTo>
                  <a:pt x="2124" y="2939"/>
                </a:lnTo>
                <a:lnTo>
                  <a:pt x="1950" y="2800"/>
                </a:lnTo>
                <a:lnTo>
                  <a:pt x="1930" y="2787"/>
                </a:lnTo>
                <a:lnTo>
                  <a:pt x="1909" y="2780"/>
                </a:lnTo>
                <a:lnTo>
                  <a:pt x="1888" y="2778"/>
                </a:lnTo>
                <a:lnTo>
                  <a:pt x="1866" y="2780"/>
                </a:lnTo>
                <a:lnTo>
                  <a:pt x="1845" y="2787"/>
                </a:lnTo>
                <a:lnTo>
                  <a:pt x="1826" y="2799"/>
                </a:lnTo>
                <a:lnTo>
                  <a:pt x="1810" y="2814"/>
                </a:lnTo>
                <a:lnTo>
                  <a:pt x="1797" y="2834"/>
                </a:lnTo>
                <a:lnTo>
                  <a:pt x="1791" y="2855"/>
                </a:lnTo>
                <a:lnTo>
                  <a:pt x="1788" y="2876"/>
                </a:lnTo>
                <a:lnTo>
                  <a:pt x="1791" y="2899"/>
                </a:lnTo>
                <a:lnTo>
                  <a:pt x="1797" y="2920"/>
                </a:lnTo>
                <a:lnTo>
                  <a:pt x="1809" y="2938"/>
                </a:lnTo>
                <a:lnTo>
                  <a:pt x="1826" y="2954"/>
                </a:lnTo>
                <a:lnTo>
                  <a:pt x="2073" y="3152"/>
                </a:lnTo>
                <a:lnTo>
                  <a:pt x="2093" y="3165"/>
                </a:lnTo>
                <a:lnTo>
                  <a:pt x="2114" y="3172"/>
                </a:lnTo>
                <a:lnTo>
                  <a:pt x="2135" y="3174"/>
                </a:lnTo>
                <a:lnTo>
                  <a:pt x="2156" y="3172"/>
                </a:lnTo>
                <a:lnTo>
                  <a:pt x="2175" y="3166"/>
                </a:lnTo>
                <a:lnTo>
                  <a:pt x="2194" y="3155"/>
                </a:lnTo>
                <a:lnTo>
                  <a:pt x="2210" y="3142"/>
                </a:lnTo>
                <a:lnTo>
                  <a:pt x="2607" y="2694"/>
                </a:lnTo>
                <a:lnTo>
                  <a:pt x="2620" y="2676"/>
                </a:lnTo>
                <a:lnTo>
                  <a:pt x="2628" y="2656"/>
                </a:lnTo>
                <a:lnTo>
                  <a:pt x="2633" y="2633"/>
                </a:lnTo>
                <a:lnTo>
                  <a:pt x="2631" y="2612"/>
                </a:lnTo>
                <a:lnTo>
                  <a:pt x="2625" y="2591"/>
                </a:lnTo>
                <a:lnTo>
                  <a:pt x="2615" y="2571"/>
                </a:lnTo>
                <a:lnTo>
                  <a:pt x="2599" y="2555"/>
                </a:lnTo>
                <a:lnTo>
                  <a:pt x="2580" y="2542"/>
                </a:lnTo>
                <a:lnTo>
                  <a:pt x="2560" y="2534"/>
                </a:lnTo>
                <a:lnTo>
                  <a:pt x="2538" y="2529"/>
                </a:lnTo>
                <a:close/>
                <a:moveTo>
                  <a:pt x="944" y="2430"/>
                </a:moveTo>
                <a:lnTo>
                  <a:pt x="1391" y="2430"/>
                </a:lnTo>
                <a:lnTo>
                  <a:pt x="1406" y="2433"/>
                </a:lnTo>
                <a:lnTo>
                  <a:pt x="1420" y="2440"/>
                </a:lnTo>
                <a:lnTo>
                  <a:pt x="1431" y="2450"/>
                </a:lnTo>
                <a:lnTo>
                  <a:pt x="1438" y="2464"/>
                </a:lnTo>
                <a:lnTo>
                  <a:pt x="1440" y="2480"/>
                </a:lnTo>
                <a:lnTo>
                  <a:pt x="1440" y="2529"/>
                </a:lnTo>
                <a:lnTo>
                  <a:pt x="1438" y="2545"/>
                </a:lnTo>
                <a:lnTo>
                  <a:pt x="1431" y="2559"/>
                </a:lnTo>
                <a:lnTo>
                  <a:pt x="1420" y="2569"/>
                </a:lnTo>
                <a:lnTo>
                  <a:pt x="1406" y="2577"/>
                </a:lnTo>
                <a:lnTo>
                  <a:pt x="1391" y="2579"/>
                </a:lnTo>
                <a:lnTo>
                  <a:pt x="944" y="2579"/>
                </a:lnTo>
                <a:lnTo>
                  <a:pt x="928" y="2577"/>
                </a:lnTo>
                <a:lnTo>
                  <a:pt x="914" y="2569"/>
                </a:lnTo>
                <a:lnTo>
                  <a:pt x="904" y="2559"/>
                </a:lnTo>
                <a:lnTo>
                  <a:pt x="896" y="2545"/>
                </a:lnTo>
                <a:lnTo>
                  <a:pt x="894" y="2529"/>
                </a:lnTo>
                <a:lnTo>
                  <a:pt x="894" y="2480"/>
                </a:lnTo>
                <a:lnTo>
                  <a:pt x="896" y="2464"/>
                </a:lnTo>
                <a:lnTo>
                  <a:pt x="904" y="2450"/>
                </a:lnTo>
                <a:lnTo>
                  <a:pt x="914" y="2440"/>
                </a:lnTo>
                <a:lnTo>
                  <a:pt x="928" y="2433"/>
                </a:lnTo>
                <a:lnTo>
                  <a:pt x="944" y="2430"/>
                </a:lnTo>
                <a:close/>
                <a:moveTo>
                  <a:pt x="769" y="2319"/>
                </a:moveTo>
                <a:lnTo>
                  <a:pt x="783" y="2322"/>
                </a:lnTo>
                <a:lnTo>
                  <a:pt x="795" y="2330"/>
                </a:lnTo>
                <a:lnTo>
                  <a:pt x="805" y="2341"/>
                </a:lnTo>
                <a:lnTo>
                  <a:pt x="810" y="2355"/>
                </a:lnTo>
                <a:lnTo>
                  <a:pt x="810" y="2368"/>
                </a:lnTo>
                <a:lnTo>
                  <a:pt x="807" y="2382"/>
                </a:lnTo>
                <a:lnTo>
                  <a:pt x="800" y="2395"/>
                </a:lnTo>
                <a:lnTo>
                  <a:pt x="616" y="2600"/>
                </a:lnTo>
                <a:lnTo>
                  <a:pt x="606" y="2608"/>
                </a:lnTo>
                <a:lnTo>
                  <a:pt x="594" y="2613"/>
                </a:lnTo>
                <a:lnTo>
                  <a:pt x="581" y="2616"/>
                </a:lnTo>
                <a:lnTo>
                  <a:pt x="567" y="2612"/>
                </a:lnTo>
                <a:lnTo>
                  <a:pt x="553" y="2605"/>
                </a:lnTo>
                <a:lnTo>
                  <a:pt x="439" y="2514"/>
                </a:lnTo>
                <a:lnTo>
                  <a:pt x="430" y="2503"/>
                </a:lnTo>
                <a:lnTo>
                  <a:pt x="423" y="2490"/>
                </a:lnTo>
                <a:lnTo>
                  <a:pt x="422" y="2477"/>
                </a:lnTo>
                <a:lnTo>
                  <a:pt x="425" y="2463"/>
                </a:lnTo>
                <a:lnTo>
                  <a:pt x="432" y="2449"/>
                </a:lnTo>
                <a:lnTo>
                  <a:pt x="442" y="2440"/>
                </a:lnTo>
                <a:lnTo>
                  <a:pt x="456" y="2435"/>
                </a:lnTo>
                <a:lnTo>
                  <a:pt x="470" y="2433"/>
                </a:lnTo>
                <a:lnTo>
                  <a:pt x="484" y="2436"/>
                </a:lnTo>
                <a:lnTo>
                  <a:pt x="496" y="2443"/>
                </a:lnTo>
                <a:lnTo>
                  <a:pt x="576" y="2507"/>
                </a:lnTo>
                <a:lnTo>
                  <a:pt x="731" y="2334"/>
                </a:lnTo>
                <a:lnTo>
                  <a:pt x="742" y="2324"/>
                </a:lnTo>
                <a:lnTo>
                  <a:pt x="755" y="2320"/>
                </a:lnTo>
                <a:lnTo>
                  <a:pt x="769" y="2319"/>
                </a:lnTo>
                <a:close/>
                <a:moveTo>
                  <a:pt x="2186" y="2182"/>
                </a:moveTo>
                <a:lnTo>
                  <a:pt x="2251" y="2185"/>
                </a:lnTo>
                <a:lnTo>
                  <a:pt x="2316" y="2196"/>
                </a:lnTo>
                <a:lnTo>
                  <a:pt x="2378" y="2212"/>
                </a:lnTo>
                <a:lnTo>
                  <a:pt x="2437" y="2233"/>
                </a:lnTo>
                <a:lnTo>
                  <a:pt x="2494" y="2260"/>
                </a:lnTo>
                <a:lnTo>
                  <a:pt x="2546" y="2293"/>
                </a:lnTo>
                <a:lnTo>
                  <a:pt x="2596" y="2329"/>
                </a:lnTo>
                <a:lnTo>
                  <a:pt x="2642" y="2371"/>
                </a:lnTo>
                <a:lnTo>
                  <a:pt x="2683" y="2417"/>
                </a:lnTo>
                <a:lnTo>
                  <a:pt x="2721" y="2466"/>
                </a:lnTo>
                <a:lnTo>
                  <a:pt x="2753" y="2520"/>
                </a:lnTo>
                <a:lnTo>
                  <a:pt x="2780" y="2577"/>
                </a:lnTo>
                <a:lnTo>
                  <a:pt x="2802" y="2636"/>
                </a:lnTo>
                <a:lnTo>
                  <a:pt x="2818" y="2698"/>
                </a:lnTo>
                <a:lnTo>
                  <a:pt x="2828" y="2761"/>
                </a:lnTo>
                <a:lnTo>
                  <a:pt x="2831" y="2827"/>
                </a:lnTo>
                <a:lnTo>
                  <a:pt x="2828" y="2893"/>
                </a:lnTo>
                <a:lnTo>
                  <a:pt x="2818" y="2958"/>
                </a:lnTo>
                <a:lnTo>
                  <a:pt x="2802" y="3019"/>
                </a:lnTo>
                <a:lnTo>
                  <a:pt x="2780" y="3079"/>
                </a:lnTo>
                <a:lnTo>
                  <a:pt x="2753" y="3134"/>
                </a:lnTo>
                <a:lnTo>
                  <a:pt x="2721" y="3188"/>
                </a:lnTo>
                <a:lnTo>
                  <a:pt x="2683" y="3237"/>
                </a:lnTo>
                <a:lnTo>
                  <a:pt x="2642" y="3283"/>
                </a:lnTo>
                <a:lnTo>
                  <a:pt x="2596" y="3325"/>
                </a:lnTo>
                <a:lnTo>
                  <a:pt x="2546" y="3362"/>
                </a:lnTo>
                <a:lnTo>
                  <a:pt x="2494" y="3394"/>
                </a:lnTo>
                <a:lnTo>
                  <a:pt x="2437" y="3421"/>
                </a:lnTo>
                <a:lnTo>
                  <a:pt x="2378" y="3443"/>
                </a:lnTo>
                <a:lnTo>
                  <a:pt x="2316" y="3459"/>
                </a:lnTo>
                <a:lnTo>
                  <a:pt x="2251" y="3469"/>
                </a:lnTo>
                <a:lnTo>
                  <a:pt x="2186" y="3472"/>
                </a:lnTo>
                <a:lnTo>
                  <a:pt x="2120" y="3469"/>
                </a:lnTo>
                <a:lnTo>
                  <a:pt x="2055" y="3459"/>
                </a:lnTo>
                <a:lnTo>
                  <a:pt x="1993" y="3443"/>
                </a:lnTo>
                <a:lnTo>
                  <a:pt x="1934" y="3421"/>
                </a:lnTo>
                <a:lnTo>
                  <a:pt x="1877" y="3394"/>
                </a:lnTo>
                <a:lnTo>
                  <a:pt x="1825" y="3362"/>
                </a:lnTo>
                <a:lnTo>
                  <a:pt x="1775" y="3325"/>
                </a:lnTo>
                <a:lnTo>
                  <a:pt x="1729" y="3283"/>
                </a:lnTo>
                <a:lnTo>
                  <a:pt x="1688" y="3237"/>
                </a:lnTo>
                <a:lnTo>
                  <a:pt x="1650" y="3188"/>
                </a:lnTo>
                <a:lnTo>
                  <a:pt x="1618" y="3134"/>
                </a:lnTo>
                <a:lnTo>
                  <a:pt x="1591" y="3079"/>
                </a:lnTo>
                <a:lnTo>
                  <a:pt x="1569" y="3019"/>
                </a:lnTo>
                <a:lnTo>
                  <a:pt x="1553" y="2958"/>
                </a:lnTo>
                <a:lnTo>
                  <a:pt x="1543" y="2893"/>
                </a:lnTo>
                <a:lnTo>
                  <a:pt x="1540" y="2827"/>
                </a:lnTo>
                <a:lnTo>
                  <a:pt x="1543" y="2761"/>
                </a:lnTo>
                <a:lnTo>
                  <a:pt x="1553" y="2698"/>
                </a:lnTo>
                <a:lnTo>
                  <a:pt x="1569" y="2636"/>
                </a:lnTo>
                <a:lnTo>
                  <a:pt x="1591" y="2577"/>
                </a:lnTo>
                <a:lnTo>
                  <a:pt x="1618" y="2520"/>
                </a:lnTo>
                <a:lnTo>
                  <a:pt x="1650" y="2466"/>
                </a:lnTo>
                <a:lnTo>
                  <a:pt x="1688" y="2417"/>
                </a:lnTo>
                <a:lnTo>
                  <a:pt x="1729" y="2371"/>
                </a:lnTo>
                <a:lnTo>
                  <a:pt x="1775" y="2329"/>
                </a:lnTo>
                <a:lnTo>
                  <a:pt x="1825" y="2293"/>
                </a:lnTo>
                <a:lnTo>
                  <a:pt x="1877" y="2260"/>
                </a:lnTo>
                <a:lnTo>
                  <a:pt x="1934" y="2233"/>
                </a:lnTo>
                <a:lnTo>
                  <a:pt x="1993" y="2212"/>
                </a:lnTo>
                <a:lnTo>
                  <a:pt x="2055" y="2196"/>
                </a:lnTo>
                <a:lnTo>
                  <a:pt x="2120" y="2185"/>
                </a:lnTo>
                <a:lnTo>
                  <a:pt x="2186" y="2182"/>
                </a:lnTo>
                <a:close/>
                <a:moveTo>
                  <a:pt x="944" y="1984"/>
                </a:moveTo>
                <a:lnTo>
                  <a:pt x="1491" y="1984"/>
                </a:lnTo>
                <a:lnTo>
                  <a:pt x="1505" y="1986"/>
                </a:lnTo>
                <a:lnTo>
                  <a:pt x="1519" y="1994"/>
                </a:lnTo>
                <a:lnTo>
                  <a:pt x="1531" y="2004"/>
                </a:lnTo>
                <a:lnTo>
                  <a:pt x="1537" y="2018"/>
                </a:lnTo>
                <a:lnTo>
                  <a:pt x="1540" y="2034"/>
                </a:lnTo>
                <a:lnTo>
                  <a:pt x="1540" y="2083"/>
                </a:lnTo>
                <a:lnTo>
                  <a:pt x="1537" y="2099"/>
                </a:lnTo>
                <a:lnTo>
                  <a:pt x="1531" y="2113"/>
                </a:lnTo>
                <a:lnTo>
                  <a:pt x="1519" y="2123"/>
                </a:lnTo>
                <a:lnTo>
                  <a:pt x="1505" y="2131"/>
                </a:lnTo>
                <a:lnTo>
                  <a:pt x="1491" y="2133"/>
                </a:lnTo>
                <a:lnTo>
                  <a:pt x="944" y="2133"/>
                </a:lnTo>
                <a:lnTo>
                  <a:pt x="928" y="2131"/>
                </a:lnTo>
                <a:lnTo>
                  <a:pt x="914" y="2123"/>
                </a:lnTo>
                <a:lnTo>
                  <a:pt x="904" y="2113"/>
                </a:lnTo>
                <a:lnTo>
                  <a:pt x="896" y="2099"/>
                </a:lnTo>
                <a:lnTo>
                  <a:pt x="894" y="2083"/>
                </a:lnTo>
                <a:lnTo>
                  <a:pt x="894" y="2034"/>
                </a:lnTo>
                <a:lnTo>
                  <a:pt x="896" y="2018"/>
                </a:lnTo>
                <a:lnTo>
                  <a:pt x="904" y="2004"/>
                </a:lnTo>
                <a:lnTo>
                  <a:pt x="914" y="1994"/>
                </a:lnTo>
                <a:lnTo>
                  <a:pt x="928" y="1986"/>
                </a:lnTo>
                <a:lnTo>
                  <a:pt x="944" y="1984"/>
                </a:lnTo>
                <a:close/>
                <a:moveTo>
                  <a:pt x="769" y="1894"/>
                </a:moveTo>
                <a:lnTo>
                  <a:pt x="783" y="1897"/>
                </a:lnTo>
                <a:lnTo>
                  <a:pt x="795" y="1905"/>
                </a:lnTo>
                <a:lnTo>
                  <a:pt x="805" y="1916"/>
                </a:lnTo>
                <a:lnTo>
                  <a:pt x="810" y="1930"/>
                </a:lnTo>
                <a:lnTo>
                  <a:pt x="810" y="1943"/>
                </a:lnTo>
                <a:lnTo>
                  <a:pt x="807" y="1957"/>
                </a:lnTo>
                <a:lnTo>
                  <a:pt x="800" y="1970"/>
                </a:lnTo>
                <a:lnTo>
                  <a:pt x="616" y="2175"/>
                </a:lnTo>
                <a:lnTo>
                  <a:pt x="606" y="2183"/>
                </a:lnTo>
                <a:lnTo>
                  <a:pt x="594" y="2188"/>
                </a:lnTo>
                <a:lnTo>
                  <a:pt x="581" y="2191"/>
                </a:lnTo>
                <a:lnTo>
                  <a:pt x="567" y="2187"/>
                </a:lnTo>
                <a:lnTo>
                  <a:pt x="553" y="2180"/>
                </a:lnTo>
                <a:lnTo>
                  <a:pt x="439" y="2088"/>
                </a:lnTo>
                <a:lnTo>
                  <a:pt x="430" y="2078"/>
                </a:lnTo>
                <a:lnTo>
                  <a:pt x="423" y="2065"/>
                </a:lnTo>
                <a:lnTo>
                  <a:pt x="422" y="2052"/>
                </a:lnTo>
                <a:lnTo>
                  <a:pt x="425" y="2038"/>
                </a:lnTo>
                <a:lnTo>
                  <a:pt x="432" y="2024"/>
                </a:lnTo>
                <a:lnTo>
                  <a:pt x="442" y="2015"/>
                </a:lnTo>
                <a:lnTo>
                  <a:pt x="456" y="2010"/>
                </a:lnTo>
                <a:lnTo>
                  <a:pt x="470" y="2007"/>
                </a:lnTo>
                <a:lnTo>
                  <a:pt x="484" y="2011"/>
                </a:lnTo>
                <a:lnTo>
                  <a:pt x="496" y="2018"/>
                </a:lnTo>
                <a:lnTo>
                  <a:pt x="576" y="2082"/>
                </a:lnTo>
                <a:lnTo>
                  <a:pt x="731" y="1909"/>
                </a:lnTo>
                <a:lnTo>
                  <a:pt x="742" y="1899"/>
                </a:lnTo>
                <a:lnTo>
                  <a:pt x="755" y="1895"/>
                </a:lnTo>
                <a:lnTo>
                  <a:pt x="769" y="1894"/>
                </a:lnTo>
                <a:close/>
                <a:moveTo>
                  <a:pt x="944" y="1588"/>
                </a:moveTo>
                <a:lnTo>
                  <a:pt x="1738" y="1588"/>
                </a:lnTo>
                <a:lnTo>
                  <a:pt x="1754" y="1590"/>
                </a:lnTo>
                <a:lnTo>
                  <a:pt x="1768" y="1597"/>
                </a:lnTo>
                <a:lnTo>
                  <a:pt x="1778" y="1608"/>
                </a:lnTo>
                <a:lnTo>
                  <a:pt x="1786" y="1621"/>
                </a:lnTo>
                <a:lnTo>
                  <a:pt x="1788" y="1637"/>
                </a:lnTo>
                <a:lnTo>
                  <a:pt x="1788" y="1687"/>
                </a:lnTo>
                <a:lnTo>
                  <a:pt x="1786" y="1702"/>
                </a:lnTo>
                <a:lnTo>
                  <a:pt x="1778" y="1716"/>
                </a:lnTo>
                <a:lnTo>
                  <a:pt x="1768" y="1727"/>
                </a:lnTo>
                <a:lnTo>
                  <a:pt x="1754" y="1734"/>
                </a:lnTo>
                <a:lnTo>
                  <a:pt x="1738" y="1736"/>
                </a:lnTo>
                <a:lnTo>
                  <a:pt x="944" y="1736"/>
                </a:lnTo>
                <a:lnTo>
                  <a:pt x="928" y="1734"/>
                </a:lnTo>
                <a:lnTo>
                  <a:pt x="914" y="1727"/>
                </a:lnTo>
                <a:lnTo>
                  <a:pt x="904" y="1716"/>
                </a:lnTo>
                <a:lnTo>
                  <a:pt x="896" y="1702"/>
                </a:lnTo>
                <a:lnTo>
                  <a:pt x="894" y="1687"/>
                </a:lnTo>
                <a:lnTo>
                  <a:pt x="894" y="1637"/>
                </a:lnTo>
                <a:lnTo>
                  <a:pt x="896" y="1621"/>
                </a:lnTo>
                <a:lnTo>
                  <a:pt x="904" y="1608"/>
                </a:lnTo>
                <a:lnTo>
                  <a:pt x="914" y="1597"/>
                </a:lnTo>
                <a:lnTo>
                  <a:pt x="928" y="1590"/>
                </a:lnTo>
                <a:lnTo>
                  <a:pt x="944" y="1588"/>
                </a:lnTo>
                <a:close/>
                <a:moveTo>
                  <a:pt x="769" y="1472"/>
                </a:moveTo>
                <a:lnTo>
                  <a:pt x="783" y="1475"/>
                </a:lnTo>
                <a:lnTo>
                  <a:pt x="795" y="1483"/>
                </a:lnTo>
                <a:lnTo>
                  <a:pt x="805" y="1494"/>
                </a:lnTo>
                <a:lnTo>
                  <a:pt x="810" y="1508"/>
                </a:lnTo>
                <a:lnTo>
                  <a:pt x="810" y="1521"/>
                </a:lnTo>
                <a:lnTo>
                  <a:pt x="807" y="1535"/>
                </a:lnTo>
                <a:lnTo>
                  <a:pt x="800" y="1548"/>
                </a:lnTo>
                <a:lnTo>
                  <a:pt x="616" y="1753"/>
                </a:lnTo>
                <a:lnTo>
                  <a:pt x="606" y="1761"/>
                </a:lnTo>
                <a:lnTo>
                  <a:pt x="594" y="1767"/>
                </a:lnTo>
                <a:lnTo>
                  <a:pt x="581" y="1769"/>
                </a:lnTo>
                <a:lnTo>
                  <a:pt x="567" y="1765"/>
                </a:lnTo>
                <a:lnTo>
                  <a:pt x="553" y="1758"/>
                </a:lnTo>
                <a:lnTo>
                  <a:pt x="439" y="1667"/>
                </a:lnTo>
                <a:lnTo>
                  <a:pt x="430" y="1656"/>
                </a:lnTo>
                <a:lnTo>
                  <a:pt x="423" y="1643"/>
                </a:lnTo>
                <a:lnTo>
                  <a:pt x="422" y="1630"/>
                </a:lnTo>
                <a:lnTo>
                  <a:pt x="425" y="1615"/>
                </a:lnTo>
                <a:lnTo>
                  <a:pt x="432" y="1602"/>
                </a:lnTo>
                <a:lnTo>
                  <a:pt x="442" y="1593"/>
                </a:lnTo>
                <a:lnTo>
                  <a:pt x="456" y="1588"/>
                </a:lnTo>
                <a:lnTo>
                  <a:pt x="470" y="1586"/>
                </a:lnTo>
                <a:lnTo>
                  <a:pt x="484" y="1589"/>
                </a:lnTo>
                <a:lnTo>
                  <a:pt x="496" y="1596"/>
                </a:lnTo>
                <a:lnTo>
                  <a:pt x="576" y="1660"/>
                </a:lnTo>
                <a:lnTo>
                  <a:pt x="731" y="1487"/>
                </a:lnTo>
                <a:lnTo>
                  <a:pt x="742" y="1477"/>
                </a:lnTo>
                <a:lnTo>
                  <a:pt x="755" y="1473"/>
                </a:lnTo>
                <a:lnTo>
                  <a:pt x="769" y="1472"/>
                </a:lnTo>
                <a:close/>
                <a:moveTo>
                  <a:pt x="944" y="1140"/>
                </a:moveTo>
                <a:lnTo>
                  <a:pt x="1738" y="1140"/>
                </a:lnTo>
                <a:lnTo>
                  <a:pt x="1754" y="1144"/>
                </a:lnTo>
                <a:lnTo>
                  <a:pt x="1768" y="1150"/>
                </a:lnTo>
                <a:lnTo>
                  <a:pt x="1778" y="1162"/>
                </a:lnTo>
                <a:lnTo>
                  <a:pt x="1786" y="1175"/>
                </a:lnTo>
                <a:lnTo>
                  <a:pt x="1788" y="1190"/>
                </a:lnTo>
                <a:lnTo>
                  <a:pt x="1788" y="1240"/>
                </a:lnTo>
                <a:lnTo>
                  <a:pt x="1786" y="1255"/>
                </a:lnTo>
                <a:lnTo>
                  <a:pt x="1778" y="1269"/>
                </a:lnTo>
                <a:lnTo>
                  <a:pt x="1768" y="1280"/>
                </a:lnTo>
                <a:lnTo>
                  <a:pt x="1754" y="1287"/>
                </a:lnTo>
                <a:lnTo>
                  <a:pt x="1738" y="1290"/>
                </a:lnTo>
                <a:lnTo>
                  <a:pt x="944" y="1290"/>
                </a:lnTo>
                <a:lnTo>
                  <a:pt x="928" y="1287"/>
                </a:lnTo>
                <a:lnTo>
                  <a:pt x="914" y="1280"/>
                </a:lnTo>
                <a:lnTo>
                  <a:pt x="904" y="1269"/>
                </a:lnTo>
                <a:lnTo>
                  <a:pt x="896" y="1255"/>
                </a:lnTo>
                <a:lnTo>
                  <a:pt x="894" y="1240"/>
                </a:lnTo>
                <a:lnTo>
                  <a:pt x="894" y="1190"/>
                </a:lnTo>
                <a:lnTo>
                  <a:pt x="896" y="1175"/>
                </a:lnTo>
                <a:lnTo>
                  <a:pt x="904" y="1162"/>
                </a:lnTo>
                <a:lnTo>
                  <a:pt x="914" y="1150"/>
                </a:lnTo>
                <a:lnTo>
                  <a:pt x="928" y="1144"/>
                </a:lnTo>
                <a:lnTo>
                  <a:pt x="944" y="1140"/>
                </a:lnTo>
                <a:close/>
                <a:moveTo>
                  <a:pt x="769" y="1030"/>
                </a:moveTo>
                <a:lnTo>
                  <a:pt x="783" y="1034"/>
                </a:lnTo>
                <a:lnTo>
                  <a:pt x="795" y="1042"/>
                </a:lnTo>
                <a:lnTo>
                  <a:pt x="805" y="1053"/>
                </a:lnTo>
                <a:lnTo>
                  <a:pt x="810" y="1066"/>
                </a:lnTo>
                <a:lnTo>
                  <a:pt x="810" y="1081"/>
                </a:lnTo>
                <a:lnTo>
                  <a:pt x="807" y="1094"/>
                </a:lnTo>
                <a:lnTo>
                  <a:pt x="800" y="1106"/>
                </a:lnTo>
                <a:lnTo>
                  <a:pt x="616" y="1312"/>
                </a:lnTo>
                <a:lnTo>
                  <a:pt x="606" y="1320"/>
                </a:lnTo>
                <a:lnTo>
                  <a:pt x="594" y="1326"/>
                </a:lnTo>
                <a:lnTo>
                  <a:pt x="581" y="1327"/>
                </a:lnTo>
                <a:lnTo>
                  <a:pt x="567" y="1325"/>
                </a:lnTo>
                <a:lnTo>
                  <a:pt x="553" y="1317"/>
                </a:lnTo>
                <a:lnTo>
                  <a:pt x="439" y="1226"/>
                </a:lnTo>
                <a:lnTo>
                  <a:pt x="430" y="1215"/>
                </a:lnTo>
                <a:lnTo>
                  <a:pt x="423" y="1202"/>
                </a:lnTo>
                <a:lnTo>
                  <a:pt x="422" y="1188"/>
                </a:lnTo>
                <a:lnTo>
                  <a:pt x="425" y="1174"/>
                </a:lnTo>
                <a:lnTo>
                  <a:pt x="432" y="1162"/>
                </a:lnTo>
                <a:lnTo>
                  <a:pt x="442" y="1152"/>
                </a:lnTo>
                <a:lnTo>
                  <a:pt x="456" y="1146"/>
                </a:lnTo>
                <a:lnTo>
                  <a:pt x="470" y="1145"/>
                </a:lnTo>
                <a:lnTo>
                  <a:pt x="484" y="1147"/>
                </a:lnTo>
                <a:lnTo>
                  <a:pt x="496" y="1154"/>
                </a:lnTo>
                <a:lnTo>
                  <a:pt x="576" y="1218"/>
                </a:lnTo>
                <a:lnTo>
                  <a:pt x="731" y="1046"/>
                </a:lnTo>
                <a:lnTo>
                  <a:pt x="742" y="1036"/>
                </a:lnTo>
                <a:lnTo>
                  <a:pt x="755" y="1031"/>
                </a:lnTo>
                <a:lnTo>
                  <a:pt x="769" y="1030"/>
                </a:lnTo>
                <a:close/>
                <a:moveTo>
                  <a:pt x="150" y="347"/>
                </a:moveTo>
                <a:lnTo>
                  <a:pt x="552" y="347"/>
                </a:lnTo>
                <a:lnTo>
                  <a:pt x="548" y="372"/>
                </a:lnTo>
                <a:lnTo>
                  <a:pt x="547" y="399"/>
                </a:lnTo>
                <a:lnTo>
                  <a:pt x="550" y="439"/>
                </a:lnTo>
                <a:lnTo>
                  <a:pt x="559" y="477"/>
                </a:lnTo>
                <a:lnTo>
                  <a:pt x="574" y="511"/>
                </a:lnTo>
                <a:lnTo>
                  <a:pt x="594" y="544"/>
                </a:lnTo>
                <a:lnTo>
                  <a:pt x="618" y="572"/>
                </a:lnTo>
                <a:lnTo>
                  <a:pt x="648" y="598"/>
                </a:lnTo>
                <a:lnTo>
                  <a:pt x="681" y="618"/>
                </a:lnTo>
                <a:lnTo>
                  <a:pt x="715" y="632"/>
                </a:lnTo>
                <a:lnTo>
                  <a:pt x="753" y="642"/>
                </a:lnTo>
                <a:lnTo>
                  <a:pt x="793" y="645"/>
                </a:lnTo>
                <a:lnTo>
                  <a:pt x="1442" y="645"/>
                </a:lnTo>
                <a:lnTo>
                  <a:pt x="1482" y="642"/>
                </a:lnTo>
                <a:lnTo>
                  <a:pt x="1520" y="632"/>
                </a:lnTo>
                <a:lnTo>
                  <a:pt x="1555" y="618"/>
                </a:lnTo>
                <a:lnTo>
                  <a:pt x="1588" y="597"/>
                </a:lnTo>
                <a:lnTo>
                  <a:pt x="1616" y="572"/>
                </a:lnTo>
                <a:lnTo>
                  <a:pt x="1641" y="543"/>
                </a:lnTo>
                <a:lnTo>
                  <a:pt x="1661" y="510"/>
                </a:lnTo>
                <a:lnTo>
                  <a:pt x="1676" y="475"/>
                </a:lnTo>
                <a:lnTo>
                  <a:pt x="1686" y="436"/>
                </a:lnTo>
                <a:lnTo>
                  <a:pt x="1689" y="396"/>
                </a:lnTo>
                <a:lnTo>
                  <a:pt x="1688" y="371"/>
                </a:lnTo>
                <a:lnTo>
                  <a:pt x="1683" y="347"/>
                </a:lnTo>
                <a:lnTo>
                  <a:pt x="1987" y="347"/>
                </a:lnTo>
                <a:lnTo>
                  <a:pt x="2029" y="349"/>
                </a:lnTo>
                <a:lnTo>
                  <a:pt x="2067" y="356"/>
                </a:lnTo>
                <a:lnTo>
                  <a:pt x="2101" y="366"/>
                </a:lnTo>
                <a:lnTo>
                  <a:pt x="2132" y="379"/>
                </a:lnTo>
                <a:lnTo>
                  <a:pt x="2159" y="396"/>
                </a:lnTo>
                <a:lnTo>
                  <a:pt x="2182" y="416"/>
                </a:lnTo>
                <a:lnTo>
                  <a:pt x="2201" y="438"/>
                </a:lnTo>
                <a:lnTo>
                  <a:pt x="2215" y="462"/>
                </a:lnTo>
                <a:lnTo>
                  <a:pt x="2226" y="488"/>
                </a:lnTo>
                <a:lnTo>
                  <a:pt x="2233" y="517"/>
                </a:lnTo>
                <a:lnTo>
                  <a:pt x="2235" y="546"/>
                </a:lnTo>
                <a:lnTo>
                  <a:pt x="2235" y="2036"/>
                </a:lnTo>
                <a:lnTo>
                  <a:pt x="2210" y="2035"/>
                </a:lnTo>
                <a:lnTo>
                  <a:pt x="2186" y="2034"/>
                </a:lnTo>
                <a:lnTo>
                  <a:pt x="2118" y="2037"/>
                </a:lnTo>
                <a:lnTo>
                  <a:pt x="2051" y="2045"/>
                </a:lnTo>
                <a:lnTo>
                  <a:pt x="1987" y="2060"/>
                </a:lnTo>
                <a:lnTo>
                  <a:pt x="1987" y="893"/>
                </a:lnTo>
                <a:lnTo>
                  <a:pt x="249" y="893"/>
                </a:lnTo>
                <a:lnTo>
                  <a:pt x="249" y="2876"/>
                </a:lnTo>
                <a:lnTo>
                  <a:pt x="1394" y="2876"/>
                </a:lnTo>
                <a:lnTo>
                  <a:pt x="1400" y="2942"/>
                </a:lnTo>
                <a:lnTo>
                  <a:pt x="1412" y="3005"/>
                </a:lnTo>
                <a:lnTo>
                  <a:pt x="1429" y="3066"/>
                </a:lnTo>
                <a:lnTo>
                  <a:pt x="1450" y="3125"/>
                </a:lnTo>
                <a:lnTo>
                  <a:pt x="199" y="3125"/>
                </a:lnTo>
                <a:lnTo>
                  <a:pt x="163" y="3122"/>
                </a:lnTo>
                <a:lnTo>
                  <a:pt x="130" y="3112"/>
                </a:lnTo>
                <a:lnTo>
                  <a:pt x="99" y="3097"/>
                </a:lnTo>
                <a:lnTo>
                  <a:pt x="71" y="3079"/>
                </a:lnTo>
                <a:lnTo>
                  <a:pt x="47" y="3054"/>
                </a:lnTo>
                <a:lnTo>
                  <a:pt x="27" y="3027"/>
                </a:lnTo>
                <a:lnTo>
                  <a:pt x="13" y="2995"/>
                </a:lnTo>
                <a:lnTo>
                  <a:pt x="3" y="2962"/>
                </a:lnTo>
                <a:lnTo>
                  <a:pt x="0" y="2926"/>
                </a:lnTo>
                <a:lnTo>
                  <a:pt x="0" y="546"/>
                </a:lnTo>
                <a:lnTo>
                  <a:pt x="3" y="513"/>
                </a:lnTo>
                <a:lnTo>
                  <a:pt x="9" y="483"/>
                </a:lnTo>
                <a:lnTo>
                  <a:pt x="21" y="455"/>
                </a:lnTo>
                <a:lnTo>
                  <a:pt x="36" y="428"/>
                </a:lnTo>
                <a:lnTo>
                  <a:pt x="53" y="405"/>
                </a:lnTo>
                <a:lnTo>
                  <a:pt x="71" y="385"/>
                </a:lnTo>
                <a:lnTo>
                  <a:pt x="91" y="369"/>
                </a:lnTo>
                <a:lnTo>
                  <a:pt x="111" y="358"/>
                </a:lnTo>
                <a:lnTo>
                  <a:pt x="131" y="349"/>
                </a:lnTo>
                <a:lnTo>
                  <a:pt x="150" y="347"/>
                </a:lnTo>
                <a:close/>
                <a:moveTo>
                  <a:pt x="1118" y="99"/>
                </a:moveTo>
                <a:lnTo>
                  <a:pt x="1098" y="102"/>
                </a:lnTo>
                <a:lnTo>
                  <a:pt x="1080" y="109"/>
                </a:lnTo>
                <a:lnTo>
                  <a:pt x="1065" y="121"/>
                </a:lnTo>
                <a:lnTo>
                  <a:pt x="1053" y="136"/>
                </a:lnTo>
                <a:lnTo>
                  <a:pt x="1046" y="154"/>
                </a:lnTo>
                <a:lnTo>
                  <a:pt x="1043" y="174"/>
                </a:lnTo>
                <a:lnTo>
                  <a:pt x="1046" y="194"/>
                </a:lnTo>
                <a:lnTo>
                  <a:pt x="1053" y="211"/>
                </a:lnTo>
                <a:lnTo>
                  <a:pt x="1065" y="226"/>
                </a:lnTo>
                <a:lnTo>
                  <a:pt x="1080" y="238"/>
                </a:lnTo>
                <a:lnTo>
                  <a:pt x="1098" y="245"/>
                </a:lnTo>
                <a:lnTo>
                  <a:pt x="1118" y="248"/>
                </a:lnTo>
                <a:lnTo>
                  <a:pt x="1138" y="245"/>
                </a:lnTo>
                <a:lnTo>
                  <a:pt x="1156" y="238"/>
                </a:lnTo>
                <a:lnTo>
                  <a:pt x="1170" y="226"/>
                </a:lnTo>
                <a:lnTo>
                  <a:pt x="1182" y="211"/>
                </a:lnTo>
                <a:lnTo>
                  <a:pt x="1189" y="194"/>
                </a:lnTo>
                <a:lnTo>
                  <a:pt x="1193" y="174"/>
                </a:lnTo>
                <a:lnTo>
                  <a:pt x="1189" y="154"/>
                </a:lnTo>
                <a:lnTo>
                  <a:pt x="1182" y="136"/>
                </a:lnTo>
                <a:lnTo>
                  <a:pt x="1170" y="121"/>
                </a:lnTo>
                <a:lnTo>
                  <a:pt x="1156" y="109"/>
                </a:lnTo>
                <a:lnTo>
                  <a:pt x="1138" y="102"/>
                </a:lnTo>
                <a:lnTo>
                  <a:pt x="1118" y="99"/>
                </a:lnTo>
                <a:close/>
                <a:moveTo>
                  <a:pt x="1116" y="0"/>
                </a:moveTo>
                <a:lnTo>
                  <a:pt x="1120" y="0"/>
                </a:lnTo>
                <a:lnTo>
                  <a:pt x="1150" y="3"/>
                </a:lnTo>
                <a:lnTo>
                  <a:pt x="1180" y="11"/>
                </a:lnTo>
                <a:lnTo>
                  <a:pt x="1206" y="23"/>
                </a:lnTo>
                <a:lnTo>
                  <a:pt x="1230" y="40"/>
                </a:lnTo>
                <a:lnTo>
                  <a:pt x="1252" y="61"/>
                </a:lnTo>
                <a:lnTo>
                  <a:pt x="1268" y="85"/>
                </a:lnTo>
                <a:lnTo>
                  <a:pt x="1281" y="112"/>
                </a:lnTo>
                <a:lnTo>
                  <a:pt x="1288" y="141"/>
                </a:lnTo>
                <a:lnTo>
                  <a:pt x="1292" y="171"/>
                </a:lnTo>
                <a:lnTo>
                  <a:pt x="1292" y="174"/>
                </a:lnTo>
                <a:lnTo>
                  <a:pt x="1294" y="194"/>
                </a:lnTo>
                <a:lnTo>
                  <a:pt x="1302" y="211"/>
                </a:lnTo>
                <a:lnTo>
                  <a:pt x="1314" y="226"/>
                </a:lnTo>
                <a:lnTo>
                  <a:pt x="1328" y="238"/>
                </a:lnTo>
                <a:lnTo>
                  <a:pt x="1345" y="245"/>
                </a:lnTo>
                <a:lnTo>
                  <a:pt x="1365" y="248"/>
                </a:lnTo>
                <a:lnTo>
                  <a:pt x="1442" y="248"/>
                </a:lnTo>
                <a:lnTo>
                  <a:pt x="1472" y="251"/>
                </a:lnTo>
                <a:lnTo>
                  <a:pt x="1499" y="260"/>
                </a:lnTo>
                <a:lnTo>
                  <a:pt x="1524" y="274"/>
                </a:lnTo>
                <a:lnTo>
                  <a:pt x="1547" y="291"/>
                </a:lnTo>
                <a:lnTo>
                  <a:pt x="1564" y="312"/>
                </a:lnTo>
                <a:lnTo>
                  <a:pt x="1578" y="338"/>
                </a:lnTo>
                <a:lnTo>
                  <a:pt x="1587" y="366"/>
                </a:lnTo>
                <a:lnTo>
                  <a:pt x="1590" y="396"/>
                </a:lnTo>
                <a:lnTo>
                  <a:pt x="1590" y="399"/>
                </a:lnTo>
                <a:lnTo>
                  <a:pt x="1587" y="428"/>
                </a:lnTo>
                <a:lnTo>
                  <a:pt x="1578" y="456"/>
                </a:lnTo>
                <a:lnTo>
                  <a:pt x="1564" y="481"/>
                </a:lnTo>
                <a:lnTo>
                  <a:pt x="1547" y="503"/>
                </a:lnTo>
                <a:lnTo>
                  <a:pt x="1524" y="521"/>
                </a:lnTo>
                <a:lnTo>
                  <a:pt x="1499" y="534"/>
                </a:lnTo>
                <a:lnTo>
                  <a:pt x="1472" y="543"/>
                </a:lnTo>
                <a:lnTo>
                  <a:pt x="1442" y="546"/>
                </a:lnTo>
                <a:lnTo>
                  <a:pt x="793" y="546"/>
                </a:lnTo>
                <a:lnTo>
                  <a:pt x="764" y="543"/>
                </a:lnTo>
                <a:lnTo>
                  <a:pt x="736" y="534"/>
                </a:lnTo>
                <a:lnTo>
                  <a:pt x="711" y="521"/>
                </a:lnTo>
                <a:lnTo>
                  <a:pt x="689" y="503"/>
                </a:lnTo>
                <a:lnTo>
                  <a:pt x="671" y="481"/>
                </a:lnTo>
                <a:lnTo>
                  <a:pt x="657" y="456"/>
                </a:lnTo>
                <a:lnTo>
                  <a:pt x="649" y="428"/>
                </a:lnTo>
                <a:lnTo>
                  <a:pt x="646" y="399"/>
                </a:lnTo>
                <a:lnTo>
                  <a:pt x="646" y="396"/>
                </a:lnTo>
                <a:lnTo>
                  <a:pt x="649" y="366"/>
                </a:lnTo>
                <a:lnTo>
                  <a:pt x="657" y="338"/>
                </a:lnTo>
                <a:lnTo>
                  <a:pt x="671" y="312"/>
                </a:lnTo>
                <a:lnTo>
                  <a:pt x="689" y="291"/>
                </a:lnTo>
                <a:lnTo>
                  <a:pt x="711" y="274"/>
                </a:lnTo>
                <a:lnTo>
                  <a:pt x="736" y="260"/>
                </a:lnTo>
                <a:lnTo>
                  <a:pt x="764" y="251"/>
                </a:lnTo>
                <a:lnTo>
                  <a:pt x="793" y="248"/>
                </a:lnTo>
                <a:lnTo>
                  <a:pt x="870" y="248"/>
                </a:lnTo>
                <a:lnTo>
                  <a:pt x="889" y="245"/>
                </a:lnTo>
                <a:lnTo>
                  <a:pt x="907" y="238"/>
                </a:lnTo>
                <a:lnTo>
                  <a:pt x="922" y="226"/>
                </a:lnTo>
                <a:lnTo>
                  <a:pt x="933" y="211"/>
                </a:lnTo>
                <a:lnTo>
                  <a:pt x="941" y="194"/>
                </a:lnTo>
                <a:lnTo>
                  <a:pt x="944" y="174"/>
                </a:lnTo>
                <a:lnTo>
                  <a:pt x="944" y="171"/>
                </a:lnTo>
                <a:lnTo>
                  <a:pt x="947" y="141"/>
                </a:lnTo>
                <a:lnTo>
                  <a:pt x="954" y="112"/>
                </a:lnTo>
                <a:lnTo>
                  <a:pt x="967" y="85"/>
                </a:lnTo>
                <a:lnTo>
                  <a:pt x="984" y="61"/>
                </a:lnTo>
                <a:lnTo>
                  <a:pt x="1005" y="40"/>
                </a:lnTo>
                <a:lnTo>
                  <a:pt x="1029" y="23"/>
                </a:lnTo>
                <a:lnTo>
                  <a:pt x="1056" y="11"/>
                </a:lnTo>
                <a:lnTo>
                  <a:pt x="1085" y="3"/>
                </a:lnTo>
                <a:lnTo>
                  <a:pt x="1116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A27509DB-BAB0-4926-B540-A7E97663947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38222" y="1782792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Content#1</a:t>
            </a:r>
            <a:endParaRPr lang="ko-KR" altLang="en-US" dirty="0"/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FD756441-E077-4D5D-8652-68A3F690564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738222" y="2334005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>
                <a:solidFill>
                  <a:schemeClr val="bg1"/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Content#2</a:t>
            </a:r>
            <a:endParaRPr lang="ko-KR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BA1A86B7-FEC5-48F3-8C94-841142E9A8C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738222" y="2885218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Content#3</a:t>
            </a:r>
            <a:endParaRPr lang="ko-KR" altLang="en-US" dirty="0"/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D0EBCF4E-7E2D-4790-AC85-D6F00F7BB73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738222" y="3436431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Content#4</a:t>
            </a:r>
            <a:endParaRPr lang="ko-KR" altLang="en-US" dirty="0"/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9FCC7575-E328-40AB-A358-E063D2D21AC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38222" y="3987644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Content#5</a:t>
            </a:r>
            <a:endParaRPr lang="ko-KR" altLang="en-US" dirty="0"/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77F96D3A-3310-46D8-A2DA-C616315CB75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738222" y="4538857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Content#6</a:t>
            </a:r>
            <a:endParaRPr lang="ko-KR" altLang="en-US" dirty="0"/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4DB47CBE-BC23-4C61-9242-85B9F7B89DA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738222" y="5090070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Content#7</a:t>
            </a:r>
            <a:endParaRPr lang="ko-KR" altLang="en-US" dirty="0"/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3D4AA189-3910-4C87-8E15-503D1C116D8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738222" y="5641286"/>
            <a:ext cx="7671760" cy="458757"/>
          </a:xfrm>
          <a:prstGeom prst="rect">
            <a:avLst/>
          </a:prstGeom>
        </p:spPr>
        <p:txBody>
          <a:bodyPr vert="horz" lIns="108000" tIns="72000" rIns="91440" bIns="108000" rtlCol="0">
            <a:sp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 Black" panose="020B0A04020102020204" pitchFamily="34" charset="0"/>
                <a:ea typeface="HY견고딕" panose="02030600000101010101" pitchFamily="18" charset="-127"/>
              </a:defRPr>
            </a:lvl1pPr>
          </a:lstStyle>
          <a:p>
            <a:pPr lvl="0"/>
            <a:r>
              <a:rPr lang="en-US" altLang="ko-KR" dirty="0"/>
              <a:t>Content#8</a:t>
            </a:r>
            <a:endParaRPr lang="ko-KR" altLang="en-US" dirty="0"/>
          </a:p>
        </p:txBody>
      </p:sp>
      <p:sp>
        <p:nvSpPr>
          <p:cNvPr id="28" name="Freeform 11">
            <a:extLst>
              <a:ext uri="{FF2B5EF4-FFF2-40B4-BE49-F238E27FC236}">
                <a16:creationId xmlns:a16="http://schemas.microsoft.com/office/drawing/2014/main" id="{C2F8CE0F-EA2D-4FB1-8D79-91CE32066F9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362044" y="762000"/>
            <a:ext cx="374260" cy="459486"/>
          </a:xfrm>
          <a:custGeom>
            <a:avLst/>
            <a:gdLst>
              <a:gd name="T0" fmla="*/ 1930 w 2831"/>
              <a:gd name="T1" fmla="*/ 2787 h 3472"/>
              <a:gd name="T2" fmla="*/ 1791 w 2831"/>
              <a:gd name="T3" fmla="*/ 2855 h 3472"/>
              <a:gd name="T4" fmla="*/ 2114 w 2831"/>
              <a:gd name="T5" fmla="*/ 3172 h 3472"/>
              <a:gd name="T6" fmla="*/ 2628 w 2831"/>
              <a:gd name="T7" fmla="*/ 2656 h 3472"/>
              <a:gd name="T8" fmla="*/ 2538 w 2831"/>
              <a:gd name="T9" fmla="*/ 2529 h 3472"/>
              <a:gd name="T10" fmla="*/ 1440 w 2831"/>
              <a:gd name="T11" fmla="*/ 2529 h 3472"/>
              <a:gd name="T12" fmla="*/ 914 w 2831"/>
              <a:gd name="T13" fmla="*/ 2569 h 3472"/>
              <a:gd name="T14" fmla="*/ 928 w 2831"/>
              <a:gd name="T15" fmla="*/ 2433 h 3472"/>
              <a:gd name="T16" fmla="*/ 807 w 2831"/>
              <a:gd name="T17" fmla="*/ 2382 h 3472"/>
              <a:gd name="T18" fmla="*/ 439 w 2831"/>
              <a:gd name="T19" fmla="*/ 2514 h 3472"/>
              <a:gd name="T20" fmla="*/ 470 w 2831"/>
              <a:gd name="T21" fmla="*/ 2433 h 3472"/>
              <a:gd name="T22" fmla="*/ 2186 w 2831"/>
              <a:gd name="T23" fmla="*/ 2182 h 3472"/>
              <a:gd name="T24" fmla="*/ 2642 w 2831"/>
              <a:gd name="T25" fmla="*/ 2371 h 3472"/>
              <a:gd name="T26" fmla="*/ 2831 w 2831"/>
              <a:gd name="T27" fmla="*/ 2827 h 3472"/>
              <a:gd name="T28" fmla="*/ 2642 w 2831"/>
              <a:gd name="T29" fmla="*/ 3283 h 3472"/>
              <a:gd name="T30" fmla="*/ 2186 w 2831"/>
              <a:gd name="T31" fmla="*/ 3472 h 3472"/>
              <a:gd name="T32" fmla="*/ 1729 w 2831"/>
              <a:gd name="T33" fmla="*/ 3283 h 3472"/>
              <a:gd name="T34" fmla="*/ 1540 w 2831"/>
              <a:gd name="T35" fmla="*/ 2827 h 3472"/>
              <a:gd name="T36" fmla="*/ 1729 w 2831"/>
              <a:gd name="T37" fmla="*/ 2371 h 3472"/>
              <a:gd name="T38" fmla="*/ 2186 w 2831"/>
              <a:gd name="T39" fmla="*/ 2182 h 3472"/>
              <a:gd name="T40" fmla="*/ 1540 w 2831"/>
              <a:gd name="T41" fmla="*/ 2083 h 3472"/>
              <a:gd name="T42" fmla="*/ 914 w 2831"/>
              <a:gd name="T43" fmla="*/ 2123 h 3472"/>
              <a:gd name="T44" fmla="*/ 928 w 2831"/>
              <a:gd name="T45" fmla="*/ 1986 h 3472"/>
              <a:gd name="T46" fmla="*/ 807 w 2831"/>
              <a:gd name="T47" fmla="*/ 1957 h 3472"/>
              <a:gd name="T48" fmla="*/ 439 w 2831"/>
              <a:gd name="T49" fmla="*/ 2088 h 3472"/>
              <a:gd name="T50" fmla="*/ 470 w 2831"/>
              <a:gd name="T51" fmla="*/ 2007 h 3472"/>
              <a:gd name="T52" fmla="*/ 944 w 2831"/>
              <a:gd name="T53" fmla="*/ 1588 h 3472"/>
              <a:gd name="T54" fmla="*/ 1786 w 2831"/>
              <a:gd name="T55" fmla="*/ 1702 h 3472"/>
              <a:gd name="T56" fmla="*/ 904 w 2831"/>
              <a:gd name="T57" fmla="*/ 1716 h 3472"/>
              <a:gd name="T58" fmla="*/ 944 w 2831"/>
              <a:gd name="T59" fmla="*/ 1588 h 3472"/>
              <a:gd name="T60" fmla="*/ 800 w 2831"/>
              <a:gd name="T61" fmla="*/ 1548 h 3472"/>
              <a:gd name="T62" fmla="*/ 430 w 2831"/>
              <a:gd name="T63" fmla="*/ 1656 h 3472"/>
              <a:gd name="T64" fmla="*/ 484 w 2831"/>
              <a:gd name="T65" fmla="*/ 1589 h 3472"/>
              <a:gd name="T66" fmla="*/ 1738 w 2831"/>
              <a:gd name="T67" fmla="*/ 1140 h 3472"/>
              <a:gd name="T68" fmla="*/ 1778 w 2831"/>
              <a:gd name="T69" fmla="*/ 1269 h 3472"/>
              <a:gd name="T70" fmla="*/ 896 w 2831"/>
              <a:gd name="T71" fmla="*/ 1255 h 3472"/>
              <a:gd name="T72" fmla="*/ 769 w 2831"/>
              <a:gd name="T73" fmla="*/ 1030 h 3472"/>
              <a:gd name="T74" fmla="*/ 616 w 2831"/>
              <a:gd name="T75" fmla="*/ 1312 h 3472"/>
              <a:gd name="T76" fmla="*/ 423 w 2831"/>
              <a:gd name="T77" fmla="*/ 1202 h 3472"/>
              <a:gd name="T78" fmla="*/ 496 w 2831"/>
              <a:gd name="T79" fmla="*/ 1154 h 3472"/>
              <a:gd name="T80" fmla="*/ 548 w 2831"/>
              <a:gd name="T81" fmla="*/ 372 h 3472"/>
              <a:gd name="T82" fmla="*/ 681 w 2831"/>
              <a:gd name="T83" fmla="*/ 618 h 3472"/>
              <a:gd name="T84" fmla="*/ 1588 w 2831"/>
              <a:gd name="T85" fmla="*/ 597 h 3472"/>
              <a:gd name="T86" fmla="*/ 1683 w 2831"/>
              <a:gd name="T87" fmla="*/ 347 h 3472"/>
              <a:gd name="T88" fmla="*/ 2201 w 2831"/>
              <a:gd name="T89" fmla="*/ 438 h 3472"/>
              <a:gd name="T90" fmla="*/ 2118 w 2831"/>
              <a:gd name="T91" fmla="*/ 2037 h 3472"/>
              <a:gd name="T92" fmla="*/ 1412 w 2831"/>
              <a:gd name="T93" fmla="*/ 3005 h 3472"/>
              <a:gd name="T94" fmla="*/ 47 w 2831"/>
              <a:gd name="T95" fmla="*/ 3054 h 3472"/>
              <a:gd name="T96" fmla="*/ 21 w 2831"/>
              <a:gd name="T97" fmla="*/ 455 h 3472"/>
              <a:gd name="T98" fmla="*/ 1118 w 2831"/>
              <a:gd name="T99" fmla="*/ 99 h 3472"/>
              <a:gd name="T100" fmla="*/ 1053 w 2831"/>
              <a:gd name="T101" fmla="*/ 211 h 3472"/>
              <a:gd name="T102" fmla="*/ 1182 w 2831"/>
              <a:gd name="T103" fmla="*/ 211 h 3472"/>
              <a:gd name="T104" fmla="*/ 1118 w 2831"/>
              <a:gd name="T105" fmla="*/ 99 h 3472"/>
              <a:gd name="T106" fmla="*/ 1268 w 2831"/>
              <a:gd name="T107" fmla="*/ 85 h 3472"/>
              <a:gd name="T108" fmla="*/ 1328 w 2831"/>
              <a:gd name="T109" fmla="*/ 238 h 3472"/>
              <a:gd name="T110" fmla="*/ 1564 w 2831"/>
              <a:gd name="T111" fmla="*/ 312 h 3472"/>
              <a:gd name="T112" fmla="*/ 1547 w 2831"/>
              <a:gd name="T113" fmla="*/ 503 h 3472"/>
              <a:gd name="T114" fmla="*/ 711 w 2831"/>
              <a:gd name="T115" fmla="*/ 521 h 3472"/>
              <a:gd name="T116" fmla="*/ 657 w 2831"/>
              <a:gd name="T117" fmla="*/ 338 h 3472"/>
              <a:gd name="T118" fmla="*/ 889 w 2831"/>
              <a:gd name="T119" fmla="*/ 245 h 3472"/>
              <a:gd name="T120" fmla="*/ 954 w 2831"/>
              <a:gd name="T121" fmla="*/ 112 h 3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831" h="3472">
                <a:moveTo>
                  <a:pt x="2538" y="2529"/>
                </a:moveTo>
                <a:lnTo>
                  <a:pt x="2517" y="2531"/>
                </a:lnTo>
                <a:lnTo>
                  <a:pt x="2496" y="2537"/>
                </a:lnTo>
                <a:lnTo>
                  <a:pt x="2476" y="2547"/>
                </a:lnTo>
                <a:lnTo>
                  <a:pt x="2459" y="2563"/>
                </a:lnTo>
                <a:lnTo>
                  <a:pt x="2124" y="2939"/>
                </a:lnTo>
                <a:lnTo>
                  <a:pt x="1950" y="2800"/>
                </a:lnTo>
                <a:lnTo>
                  <a:pt x="1930" y="2787"/>
                </a:lnTo>
                <a:lnTo>
                  <a:pt x="1909" y="2780"/>
                </a:lnTo>
                <a:lnTo>
                  <a:pt x="1888" y="2778"/>
                </a:lnTo>
                <a:lnTo>
                  <a:pt x="1866" y="2780"/>
                </a:lnTo>
                <a:lnTo>
                  <a:pt x="1845" y="2787"/>
                </a:lnTo>
                <a:lnTo>
                  <a:pt x="1826" y="2799"/>
                </a:lnTo>
                <a:lnTo>
                  <a:pt x="1810" y="2814"/>
                </a:lnTo>
                <a:lnTo>
                  <a:pt x="1797" y="2834"/>
                </a:lnTo>
                <a:lnTo>
                  <a:pt x="1791" y="2855"/>
                </a:lnTo>
                <a:lnTo>
                  <a:pt x="1788" y="2876"/>
                </a:lnTo>
                <a:lnTo>
                  <a:pt x="1791" y="2899"/>
                </a:lnTo>
                <a:lnTo>
                  <a:pt x="1797" y="2920"/>
                </a:lnTo>
                <a:lnTo>
                  <a:pt x="1809" y="2938"/>
                </a:lnTo>
                <a:lnTo>
                  <a:pt x="1826" y="2954"/>
                </a:lnTo>
                <a:lnTo>
                  <a:pt x="2073" y="3152"/>
                </a:lnTo>
                <a:lnTo>
                  <a:pt x="2093" y="3165"/>
                </a:lnTo>
                <a:lnTo>
                  <a:pt x="2114" y="3172"/>
                </a:lnTo>
                <a:lnTo>
                  <a:pt x="2135" y="3174"/>
                </a:lnTo>
                <a:lnTo>
                  <a:pt x="2156" y="3172"/>
                </a:lnTo>
                <a:lnTo>
                  <a:pt x="2175" y="3166"/>
                </a:lnTo>
                <a:lnTo>
                  <a:pt x="2194" y="3155"/>
                </a:lnTo>
                <a:lnTo>
                  <a:pt x="2210" y="3142"/>
                </a:lnTo>
                <a:lnTo>
                  <a:pt x="2607" y="2694"/>
                </a:lnTo>
                <a:lnTo>
                  <a:pt x="2620" y="2676"/>
                </a:lnTo>
                <a:lnTo>
                  <a:pt x="2628" y="2656"/>
                </a:lnTo>
                <a:lnTo>
                  <a:pt x="2633" y="2633"/>
                </a:lnTo>
                <a:lnTo>
                  <a:pt x="2631" y="2612"/>
                </a:lnTo>
                <a:lnTo>
                  <a:pt x="2625" y="2591"/>
                </a:lnTo>
                <a:lnTo>
                  <a:pt x="2615" y="2571"/>
                </a:lnTo>
                <a:lnTo>
                  <a:pt x="2599" y="2555"/>
                </a:lnTo>
                <a:lnTo>
                  <a:pt x="2580" y="2542"/>
                </a:lnTo>
                <a:lnTo>
                  <a:pt x="2560" y="2534"/>
                </a:lnTo>
                <a:lnTo>
                  <a:pt x="2538" y="2529"/>
                </a:lnTo>
                <a:close/>
                <a:moveTo>
                  <a:pt x="944" y="2430"/>
                </a:moveTo>
                <a:lnTo>
                  <a:pt x="1391" y="2430"/>
                </a:lnTo>
                <a:lnTo>
                  <a:pt x="1406" y="2433"/>
                </a:lnTo>
                <a:lnTo>
                  <a:pt x="1420" y="2440"/>
                </a:lnTo>
                <a:lnTo>
                  <a:pt x="1431" y="2450"/>
                </a:lnTo>
                <a:lnTo>
                  <a:pt x="1438" y="2464"/>
                </a:lnTo>
                <a:lnTo>
                  <a:pt x="1440" y="2480"/>
                </a:lnTo>
                <a:lnTo>
                  <a:pt x="1440" y="2529"/>
                </a:lnTo>
                <a:lnTo>
                  <a:pt x="1438" y="2545"/>
                </a:lnTo>
                <a:lnTo>
                  <a:pt x="1431" y="2559"/>
                </a:lnTo>
                <a:lnTo>
                  <a:pt x="1420" y="2569"/>
                </a:lnTo>
                <a:lnTo>
                  <a:pt x="1406" y="2577"/>
                </a:lnTo>
                <a:lnTo>
                  <a:pt x="1391" y="2579"/>
                </a:lnTo>
                <a:lnTo>
                  <a:pt x="944" y="2579"/>
                </a:lnTo>
                <a:lnTo>
                  <a:pt x="928" y="2577"/>
                </a:lnTo>
                <a:lnTo>
                  <a:pt x="914" y="2569"/>
                </a:lnTo>
                <a:lnTo>
                  <a:pt x="904" y="2559"/>
                </a:lnTo>
                <a:lnTo>
                  <a:pt x="896" y="2545"/>
                </a:lnTo>
                <a:lnTo>
                  <a:pt x="894" y="2529"/>
                </a:lnTo>
                <a:lnTo>
                  <a:pt x="894" y="2480"/>
                </a:lnTo>
                <a:lnTo>
                  <a:pt x="896" y="2464"/>
                </a:lnTo>
                <a:lnTo>
                  <a:pt x="904" y="2450"/>
                </a:lnTo>
                <a:lnTo>
                  <a:pt x="914" y="2440"/>
                </a:lnTo>
                <a:lnTo>
                  <a:pt x="928" y="2433"/>
                </a:lnTo>
                <a:lnTo>
                  <a:pt x="944" y="2430"/>
                </a:lnTo>
                <a:close/>
                <a:moveTo>
                  <a:pt x="769" y="2319"/>
                </a:moveTo>
                <a:lnTo>
                  <a:pt x="783" y="2322"/>
                </a:lnTo>
                <a:lnTo>
                  <a:pt x="795" y="2330"/>
                </a:lnTo>
                <a:lnTo>
                  <a:pt x="805" y="2341"/>
                </a:lnTo>
                <a:lnTo>
                  <a:pt x="810" y="2355"/>
                </a:lnTo>
                <a:lnTo>
                  <a:pt x="810" y="2368"/>
                </a:lnTo>
                <a:lnTo>
                  <a:pt x="807" y="2382"/>
                </a:lnTo>
                <a:lnTo>
                  <a:pt x="800" y="2395"/>
                </a:lnTo>
                <a:lnTo>
                  <a:pt x="616" y="2600"/>
                </a:lnTo>
                <a:lnTo>
                  <a:pt x="606" y="2608"/>
                </a:lnTo>
                <a:lnTo>
                  <a:pt x="594" y="2613"/>
                </a:lnTo>
                <a:lnTo>
                  <a:pt x="581" y="2616"/>
                </a:lnTo>
                <a:lnTo>
                  <a:pt x="567" y="2612"/>
                </a:lnTo>
                <a:lnTo>
                  <a:pt x="553" y="2605"/>
                </a:lnTo>
                <a:lnTo>
                  <a:pt x="439" y="2514"/>
                </a:lnTo>
                <a:lnTo>
                  <a:pt x="430" y="2503"/>
                </a:lnTo>
                <a:lnTo>
                  <a:pt x="423" y="2490"/>
                </a:lnTo>
                <a:lnTo>
                  <a:pt x="422" y="2477"/>
                </a:lnTo>
                <a:lnTo>
                  <a:pt x="425" y="2463"/>
                </a:lnTo>
                <a:lnTo>
                  <a:pt x="432" y="2449"/>
                </a:lnTo>
                <a:lnTo>
                  <a:pt x="442" y="2440"/>
                </a:lnTo>
                <a:lnTo>
                  <a:pt x="456" y="2435"/>
                </a:lnTo>
                <a:lnTo>
                  <a:pt x="470" y="2433"/>
                </a:lnTo>
                <a:lnTo>
                  <a:pt x="484" y="2436"/>
                </a:lnTo>
                <a:lnTo>
                  <a:pt x="496" y="2443"/>
                </a:lnTo>
                <a:lnTo>
                  <a:pt x="576" y="2507"/>
                </a:lnTo>
                <a:lnTo>
                  <a:pt x="731" y="2334"/>
                </a:lnTo>
                <a:lnTo>
                  <a:pt x="742" y="2324"/>
                </a:lnTo>
                <a:lnTo>
                  <a:pt x="755" y="2320"/>
                </a:lnTo>
                <a:lnTo>
                  <a:pt x="769" y="2319"/>
                </a:lnTo>
                <a:close/>
                <a:moveTo>
                  <a:pt x="2186" y="2182"/>
                </a:moveTo>
                <a:lnTo>
                  <a:pt x="2251" y="2185"/>
                </a:lnTo>
                <a:lnTo>
                  <a:pt x="2316" y="2196"/>
                </a:lnTo>
                <a:lnTo>
                  <a:pt x="2378" y="2212"/>
                </a:lnTo>
                <a:lnTo>
                  <a:pt x="2437" y="2233"/>
                </a:lnTo>
                <a:lnTo>
                  <a:pt x="2494" y="2260"/>
                </a:lnTo>
                <a:lnTo>
                  <a:pt x="2546" y="2293"/>
                </a:lnTo>
                <a:lnTo>
                  <a:pt x="2596" y="2329"/>
                </a:lnTo>
                <a:lnTo>
                  <a:pt x="2642" y="2371"/>
                </a:lnTo>
                <a:lnTo>
                  <a:pt x="2683" y="2417"/>
                </a:lnTo>
                <a:lnTo>
                  <a:pt x="2721" y="2466"/>
                </a:lnTo>
                <a:lnTo>
                  <a:pt x="2753" y="2520"/>
                </a:lnTo>
                <a:lnTo>
                  <a:pt x="2780" y="2577"/>
                </a:lnTo>
                <a:lnTo>
                  <a:pt x="2802" y="2636"/>
                </a:lnTo>
                <a:lnTo>
                  <a:pt x="2818" y="2698"/>
                </a:lnTo>
                <a:lnTo>
                  <a:pt x="2828" y="2761"/>
                </a:lnTo>
                <a:lnTo>
                  <a:pt x="2831" y="2827"/>
                </a:lnTo>
                <a:lnTo>
                  <a:pt x="2828" y="2893"/>
                </a:lnTo>
                <a:lnTo>
                  <a:pt x="2818" y="2958"/>
                </a:lnTo>
                <a:lnTo>
                  <a:pt x="2802" y="3019"/>
                </a:lnTo>
                <a:lnTo>
                  <a:pt x="2780" y="3079"/>
                </a:lnTo>
                <a:lnTo>
                  <a:pt x="2753" y="3134"/>
                </a:lnTo>
                <a:lnTo>
                  <a:pt x="2721" y="3188"/>
                </a:lnTo>
                <a:lnTo>
                  <a:pt x="2683" y="3237"/>
                </a:lnTo>
                <a:lnTo>
                  <a:pt x="2642" y="3283"/>
                </a:lnTo>
                <a:lnTo>
                  <a:pt x="2596" y="3325"/>
                </a:lnTo>
                <a:lnTo>
                  <a:pt x="2546" y="3362"/>
                </a:lnTo>
                <a:lnTo>
                  <a:pt x="2494" y="3394"/>
                </a:lnTo>
                <a:lnTo>
                  <a:pt x="2437" y="3421"/>
                </a:lnTo>
                <a:lnTo>
                  <a:pt x="2378" y="3443"/>
                </a:lnTo>
                <a:lnTo>
                  <a:pt x="2316" y="3459"/>
                </a:lnTo>
                <a:lnTo>
                  <a:pt x="2251" y="3469"/>
                </a:lnTo>
                <a:lnTo>
                  <a:pt x="2186" y="3472"/>
                </a:lnTo>
                <a:lnTo>
                  <a:pt x="2120" y="3469"/>
                </a:lnTo>
                <a:lnTo>
                  <a:pt x="2055" y="3459"/>
                </a:lnTo>
                <a:lnTo>
                  <a:pt x="1993" y="3443"/>
                </a:lnTo>
                <a:lnTo>
                  <a:pt x="1934" y="3421"/>
                </a:lnTo>
                <a:lnTo>
                  <a:pt x="1877" y="3394"/>
                </a:lnTo>
                <a:lnTo>
                  <a:pt x="1825" y="3362"/>
                </a:lnTo>
                <a:lnTo>
                  <a:pt x="1775" y="3325"/>
                </a:lnTo>
                <a:lnTo>
                  <a:pt x="1729" y="3283"/>
                </a:lnTo>
                <a:lnTo>
                  <a:pt x="1688" y="3237"/>
                </a:lnTo>
                <a:lnTo>
                  <a:pt x="1650" y="3188"/>
                </a:lnTo>
                <a:lnTo>
                  <a:pt x="1618" y="3134"/>
                </a:lnTo>
                <a:lnTo>
                  <a:pt x="1591" y="3079"/>
                </a:lnTo>
                <a:lnTo>
                  <a:pt x="1569" y="3019"/>
                </a:lnTo>
                <a:lnTo>
                  <a:pt x="1553" y="2958"/>
                </a:lnTo>
                <a:lnTo>
                  <a:pt x="1543" y="2893"/>
                </a:lnTo>
                <a:lnTo>
                  <a:pt x="1540" y="2827"/>
                </a:lnTo>
                <a:lnTo>
                  <a:pt x="1543" y="2761"/>
                </a:lnTo>
                <a:lnTo>
                  <a:pt x="1553" y="2698"/>
                </a:lnTo>
                <a:lnTo>
                  <a:pt x="1569" y="2636"/>
                </a:lnTo>
                <a:lnTo>
                  <a:pt x="1591" y="2577"/>
                </a:lnTo>
                <a:lnTo>
                  <a:pt x="1618" y="2520"/>
                </a:lnTo>
                <a:lnTo>
                  <a:pt x="1650" y="2466"/>
                </a:lnTo>
                <a:lnTo>
                  <a:pt x="1688" y="2417"/>
                </a:lnTo>
                <a:lnTo>
                  <a:pt x="1729" y="2371"/>
                </a:lnTo>
                <a:lnTo>
                  <a:pt x="1775" y="2329"/>
                </a:lnTo>
                <a:lnTo>
                  <a:pt x="1825" y="2293"/>
                </a:lnTo>
                <a:lnTo>
                  <a:pt x="1877" y="2260"/>
                </a:lnTo>
                <a:lnTo>
                  <a:pt x="1934" y="2233"/>
                </a:lnTo>
                <a:lnTo>
                  <a:pt x="1993" y="2212"/>
                </a:lnTo>
                <a:lnTo>
                  <a:pt x="2055" y="2196"/>
                </a:lnTo>
                <a:lnTo>
                  <a:pt x="2120" y="2185"/>
                </a:lnTo>
                <a:lnTo>
                  <a:pt x="2186" y="2182"/>
                </a:lnTo>
                <a:close/>
                <a:moveTo>
                  <a:pt x="944" y="1984"/>
                </a:moveTo>
                <a:lnTo>
                  <a:pt x="1491" y="1984"/>
                </a:lnTo>
                <a:lnTo>
                  <a:pt x="1505" y="1986"/>
                </a:lnTo>
                <a:lnTo>
                  <a:pt x="1519" y="1994"/>
                </a:lnTo>
                <a:lnTo>
                  <a:pt x="1531" y="2004"/>
                </a:lnTo>
                <a:lnTo>
                  <a:pt x="1537" y="2018"/>
                </a:lnTo>
                <a:lnTo>
                  <a:pt x="1540" y="2034"/>
                </a:lnTo>
                <a:lnTo>
                  <a:pt x="1540" y="2083"/>
                </a:lnTo>
                <a:lnTo>
                  <a:pt x="1537" y="2099"/>
                </a:lnTo>
                <a:lnTo>
                  <a:pt x="1531" y="2113"/>
                </a:lnTo>
                <a:lnTo>
                  <a:pt x="1519" y="2123"/>
                </a:lnTo>
                <a:lnTo>
                  <a:pt x="1505" y="2131"/>
                </a:lnTo>
                <a:lnTo>
                  <a:pt x="1491" y="2133"/>
                </a:lnTo>
                <a:lnTo>
                  <a:pt x="944" y="2133"/>
                </a:lnTo>
                <a:lnTo>
                  <a:pt x="928" y="2131"/>
                </a:lnTo>
                <a:lnTo>
                  <a:pt x="914" y="2123"/>
                </a:lnTo>
                <a:lnTo>
                  <a:pt x="904" y="2113"/>
                </a:lnTo>
                <a:lnTo>
                  <a:pt x="896" y="2099"/>
                </a:lnTo>
                <a:lnTo>
                  <a:pt x="894" y="2083"/>
                </a:lnTo>
                <a:lnTo>
                  <a:pt x="894" y="2034"/>
                </a:lnTo>
                <a:lnTo>
                  <a:pt x="896" y="2018"/>
                </a:lnTo>
                <a:lnTo>
                  <a:pt x="904" y="2004"/>
                </a:lnTo>
                <a:lnTo>
                  <a:pt x="914" y="1994"/>
                </a:lnTo>
                <a:lnTo>
                  <a:pt x="928" y="1986"/>
                </a:lnTo>
                <a:lnTo>
                  <a:pt x="944" y="1984"/>
                </a:lnTo>
                <a:close/>
                <a:moveTo>
                  <a:pt x="769" y="1894"/>
                </a:moveTo>
                <a:lnTo>
                  <a:pt x="783" y="1897"/>
                </a:lnTo>
                <a:lnTo>
                  <a:pt x="795" y="1905"/>
                </a:lnTo>
                <a:lnTo>
                  <a:pt x="805" y="1916"/>
                </a:lnTo>
                <a:lnTo>
                  <a:pt x="810" y="1930"/>
                </a:lnTo>
                <a:lnTo>
                  <a:pt x="810" y="1943"/>
                </a:lnTo>
                <a:lnTo>
                  <a:pt x="807" y="1957"/>
                </a:lnTo>
                <a:lnTo>
                  <a:pt x="800" y="1970"/>
                </a:lnTo>
                <a:lnTo>
                  <a:pt x="616" y="2175"/>
                </a:lnTo>
                <a:lnTo>
                  <a:pt x="606" y="2183"/>
                </a:lnTo>
                <a:lnTo>
                  <a:pt x="594" y="2188"/>
                </a:lnTo>
                <a:lnTo>
                  <a:pt x="581" y="2191"/>
                </a:lnTo>
                <a:lnTo>
                  <a:pt x="567" y="2187"/>
                </a:lnTo>
                <a:lnTo>
                  <a:pt x="553" y="2180"/>
                </a:lnTo>
                <a:lnTo>
                  <a:pt x="439" y="2088"/>
                </a:lnTo>
                <a:lnTo>
                  <a:pt x="430" y="2078"/>
                </a:lnTo>
                <a:lnTo>
                  <a:pt x="423" y="2065"/>
                </a:lnTo>
                <a:lnTo>
                  <a:pt x="422" y="2052"/>
                </a:lnTo>
                <a:lnTo>
                  <a:pt x="425" y="2038"/>
                </a:lnTo>
                <a:lnTo>
                  <a:pt x="432" y="2024"/>
                </a:lnTo>
                <a:lnTo>
                  <a:pt x="442" y="2015"/>
                </a:lnTo>
                <a:lnTo>
                  <a:pt x="456" y="2010"/>
                </a:lnTo>
                <a:lnTo>
                  <a:pt x="470" y="2007"/>
                </a:lnTo>
                <a:lnTo>
                  <a:pt x="484" y="2011"/>
                </a:lnTo>
                <a:lnTo>
                  <a:pt x="496" y="2018"/>
                </a:lnTo>
                <a:lnTo>
                  <a:pt x="576" y="2082"/>
                </a:lnTo>
                <a:lnTo>
                  <a:pt x="731" y="1909"/>
                </a:lnTo>
                <a:lnTo>
                  <a:pt x="742" y="1899"/>
                </a:lnTo>
                <a:lnTo>
                  <a:pt x="755" y="1895"/>
                </a:lnTo>
                <a:lnTo>
                  <a:pt x="769" y="1894"/>
                </a:lnTo>
                <a:close/>
                <a:moveTo>
                  <a:pt x="944" y="1588"/>
                </a:moveTo>
                <a:lnTo>
                  <a:pt x="1738" y="1588"/>
                </a:lnTo>
                <a:lnTo>
                  <a:pt x="1754" y="1590"/>
                </a:lnTo>
                <a:lnTo>
                  <a:pt x="1768" y="1597"/>
                </a:lnTo>
                <a:lnTo>
                  <a:pt x="1778" y="1608"/>
                </a:lnTo>
                <a:lnTo>
                  <a:pt x="1786" y="1621"/>
                </a:lnTo>
                <a:lnTo>
                  <a:pt x="1788" y="1637"/>
                </a:lnTo>
                <a:lnTo>
                  <a:pt x="1788" y="1687"/>
                </a:lnTo>
                <a:lnTo>
                  <a:pt x="1786" y="1702"/>
                </a:lnTo>
                <a:lnTo>
                  <a:pt x="1778" y="1716"/>
                </a:lnTo>
                <a:lnTo>
                  <a:pt x="1768" y="1727"/>
                </a:lnTo>
                <a:lnTo>
                  <a:pt x="1754" y="1734"/>
                </a:lnTo>
                <a:lnTo>
                  <a:pt x="1738" y="1736"/>
                </a:lnTo>
                <a:lnTo>
                  <a:pt x="944" y="1736"/>
                </a:lnTo>
                <a:lnTo>
                  <a:pt x="928" y="1734"/>
                </a:lnTo>
                <a:lnTo>
                  <a:pt x="914" y="1727"/>
                </a:lnTo>
                <a:lnTo>
                  <a:pt x="904" y="1716"/>
                </a:lnTo>
                <a:lnTo>
                  <a:pt x="896" y="1702"/>
                </a:lnTo>
                <a:lnTo>
                  <a:pt x="894" y="1687"/>
                </a:lnTo>
                <a:lnTo>
                  <a:pt x="894" y="1637"/>
                </a:lnTo>
                <a:lnTo>
                  <a:pt x="896" y="1621"/>
                </a:lnTo>
                <a:lnTo>
                  <a:pt x="904" y="1608"/>
                </a:lnTo>
                <a:lnTo>
                  <a:pt x="914" y="1597"/>
                </a:lnTo>
                <a:lnTo>
                  <a:pt x="928" y="1590"/>
                </a:lnTo>
                <a:lnTo>
                  <a:pt x="944" y="1588"/>
                </a:lnTo>
                <a:close/>
                <a:moveTo>
                  <a:pt x="769" y="1472"/>
                </a:moveTo>
                <a:lnTo>
                  <a:pt x="783" y="1475"/>
                </a:lnTo>
                <a:lnTo>
                  <a:pt x="795" y="1483"/>
                </a:lnTo>
                <a:lnTo>
                  <a:pt x="805" y="1494"/>
                </a:lnTo>
                <a:lnTo>
                  <a:pt x="810" y="1508"/>
                </a:lnTo>
                <a:lnTo>
                  <a:pt x="810" y="1521"/>
                </a:lnTo>
                <a:lnTo>
                  <a:pt x="807" y="1535"/>
                </a:lnTo>
                <a:lnTo>
                  <a:pt x="800" y="1548"/>
                </a:lnTo>
                <a:lnTo>
                  <a:pt x="616" y="1753"/>
                </a:lnTo>
                <a:lnTo>
                  <a:pt x="606" y="1761"/>
                </a:lnTo>
                <a:lnTo>
                  <a:pt x="594" y="1767"/>
                </a:lnTo>
                <a:lnTo>
                  <a:pt x="581" y="1769"/>
                </a:lnTo>
                <a:lnTo>
                  <a:pt x="567" y="1765"/>
                </a:lnTo>
                <a:lnTo>
                  <a:pt x="553" y="1758"/>
                </a:lnTo>
                <a:lnTo>
                  <a:pt x="439" y="1667"/>
                </a:lnTo>
                <a:lnTo>
                  <a:pt x="430" y="1656"/>
                </a:lnTo>
                <a:lnTo>
                  <a:pt x="423" y="1643"/>
                </a:lnTo>
                <a:lnTo>
                  <a:pt x="422" y="1630"/>
                </a:lnTo>
                <a:lnTo>
                  <a:pt x="425" y="1615"/>
                </a:lnTo>
                <a:lnTo>
                  <a:pt x="432" y="1602"/>
                </a:lnTo>
                <a:lnTo>
                  <a:pt x="442" y="1593"/>
                </a:lnTo>
                <a:lnTo>
                  <a:pt x="456" y="1588"/>
                </a:lnTo>
                <a:lnTo>
                  <a:pt x="470" y="1586"/>
                </a:lnTo>
                <a:lnTo>
                  <a:pt x="484" y="1589"/>
                </a:lnTo>
                <a:lnTo>
                  <a:pt x="496" y="1596"/>
                </a:lnTo>
                <a:lnTo>
                  <a:pt x="576" y="1660"/>
                </a:lnTo>
                <a:lnTo>
                  <a:pt x="731" y="1487"/>
                </a:lnTo>
                <a:lnTo>
                  <a:pt x="742" y="1477"/>
                </a:lnTo>
                <a:lnTo>
                  <a:pt x="755" y="1473"/>
                </a:lnTo>
                <a:lnTo>
                  <a:pt x="769" y="1472"/>
                </a:lnTo>
                <a:close/>
                <a:moveTo>
                  <a:pt x="944" y="1140"/>
                </a:moveTo>
                <a:lnTo>
                  <a:pt x="1738" y="1140"/>
                </a:lnTo>
                <a:lnTo>
                  <a:pt x="1754" y="1144"/>
                </a:lnTo>
                <a:lnTo>
                  <a:pt x="1768" y="1150"/>
                </a:lnTo>
                <a:lnTo>
                  <a:pt x="1778" y="1162"/>
                </a:lnTo>
                <a:lnTo>
                  <a:pt x="1786" y="1175"/>
                </a:lnTo>
                <a:lnTo>
                  <a:pt x="1788" y="1190"/>
                </a:lnTo>
                <a:lnTo>
                  <a:pt x="1788" y="1240"/>
                </a:lnTo>
                <a:lnTo>
                  <a:pt x="1786" y="1255"/>
                </a:lnTo>
                <a:lnTo>
                  <a:pt x="1778" y="1269"/>
                </a:lnTo>
                <a:lnTo>
                  <a:pt x="1768" y="1280"/>
                </a:lnTo>
                <a:lnTo>
                  <a:pt x="1754" y="1287"/>
                </a:lnTo>
                <a:lnTo>
                  <a:pt x="1738" y="1290"/>
                </a:lnTo>
                <a:lnTo>
                  <a:pt x="944" y="1290"/>
                </a:lnTo>
                <a:lnTo>
                  <a:pt x="928" y="1287"/>
                </a:lnTo>
                <a:lnTo>
                  <a:pt x="914" y="1280"/>
                </a:lnTo>
                <a:lnTo>
                  <a:pt x="904" y="1269"/>
                </a:lnTo>
                <a:lnTo>
                  <a:pt x="896" y="1255"/>
                </a:lnTo>
                <a:lnTo>
                  <a:pt x="894" y="1240"/>
                </a:lnTo>
                <a:lnTo>
                  <a:pt x="894" y="1190"/>
                </a:lnTo>
                <a:lnTo>
                  <a:pt x="896" y="1175"/>
                </a:lnTo>
                <a:lnTo>
                  <a:pt x="904" y="1162"/>
                </a:lnTo>
                <a:lnTo>
                  <a:pt x="914" y="1150"/>
                </a:lnTo>
                <a:lnTo>
                  <a:pt x="928" y="1144"/>
                </a:lnTo>
                <a:lnTo>
                  <a:pt x="944" y="1140"/>
                </a:lnTo>
                <a:close/>
                <a:moveTo>
                  <a:pt x="769" y="1030"/>
                </a:moveTo>
                <a:lnTo>
                  <a:pt x="783" y="1034"/>
                </a:lnTo>
                <a:lnTo>
                  <a:pt x="795" y="1042"/>
                </a:lnTo>
                <a:lnTo>
                  <a:pt x="805" y="1053"/>
                </a:lnTo>
                <a:lnTo>
                  <a:pt x="810" y="1066"/>
                </a:lnTo>
                <a:lnTo>
                  <a:pt x="810" y="1081"/>
                </a:lnTo>
                <a:lnTo>
                  <a:pt x="807" y="1094"/>
                </a:lnTo>
                <a:lnTo>
                  <a:pt x="800" y="1106"/>
                </a:lnTo>
                <a:lnTo>
                  <a:pt x="616" y="1312"/>
                </a:lnTo>
                <a:lnTo>
                  <a:pt x="606" y="1320"/>
                </a:lnTo>
                <a:lnTo>
                  <a:pt x="594" y="1326"/>
                </a:lnTo>
                <a:lnTo>
                  <a:pt x="581" y="1327"/>
                </a:lnTo>
                <a:lnTo>
                  <a:pt x="567" y="1325"/>
                </a:lnTo>
                <a:lnTo>
                  <a:pt x="553" y="1317"/>
                </a:lnTo>
                <a:lnTo>
                  <a:pt x="439" y="1226"/>
                </a:lnTo>
                <a:lnTo>
                  <a:pt x="430" y="1215"/>
                </a:lnTo>
                <a:lnTo>
                  <a:pt x="423" y="1202"/>
                </a:lnTo>
                <a:lnTo>
                  <a:pt x="422" y="1188"/>
                </a:lnTo>
                <a:lnTo>
                  <a:pt x="425" y="1174"/>
                </a:lnTo>
                <a:lnTo>
                  <a:pt x="432" y="1162"/>
                </a:lnTo>
                <a:lnTo>
                  <a:pt x="442" y="1152"/>
                </a:lnTo>
                <a:lnTo>
                  <a:pt x="456" y="1146"/>
                </a:lnTo>
                <a:lnTo>
                  <a:pt x="470" y="1145"/>
                </a:lnTo>
                <a:lnTo>
                  <a:pt x="484" y="1147"/>
                </a:lnTo>
                <a:lnTo>
                  <a:pt x="496" y="1154"/>
                </a:lnTo>
                <a:lnTo>
                  <a:pt x="576" y="1218"/>
                </a:lnTo>
                <a:lnTo>
                  <a:pt x="731" y="1046"/>
                </a:lnTo>
                <a:lnTo>
                  <a:pt x="742" y="1036"/>
                </a:lnTo>
                <a:lnTo>
                  <a:pt x="755" y="1031"/>
                </a:lnTo>
                <a:lnTo>
                  <a:pt x="769" y="1030"/>
                </a:lnTo>
                <a:close/>
                <a:moveTo>
                  <a:pt x="150" y="347"/>
                </a:moveTo>
                <a:lnTo>
                  <a:pt x="552" y="347"/>
                </a:lnTo>
                <a:lnTo>
                  <a:pt x="548" y="372"/>
                </a:lnTo>
                <a:lnTo>
                  <a:pt x="547" y="399"/>
                </a:lnTo>
                <a:lnTo>
                  <a:pt x="550" y="439"/>
                </a:lnTo>
                <a:lnTo>
                  <a:pt x="559" y="477"/>
                </a:lnTo>
                <a:lnTo>
                  <a:pt x="574" y="511"/>
                </a:lnTo>
                <a:lnTo>
                  <a:pt x="594" y="544"/>
                </a:lnTo>
                <a:lnTo>
                  <a:pt x="618" y="572"/>
                </a:lnTo>
                <a:lnTo>
                  <a:pt x="648" y="598"/>
                </a:lnTo>
                <a:lnTo>
                  <a:pt x="681" y="618"/>
                </a:lnTo>
                <a:lnTo>
                  <a:pt x="715" y="632"/>
                </a:lnTo>
                <a:lnTo>
                  <a:pt x="753" y="642"/>
                </a:lnTo>
                <a:lnTo>
                  <a:pt x="793" y="645"/>
                </a:lnTo>
                <a:lnTo>
                  <a:pt x="1442" y="645"/>
                </a:lnTo>
                <a:lnTo>
                  <a:pt x="1482" y="642"/>
                </a:lnTo>
                <a:lnTo>
                  <a:pt x="1520" y="632"/>
                </a:lnTo>
                <a:lnTo>
                  <a:pt x="1555" y="618"/>
                </a:lnTo>
                <a:lnTo>
                  <a:pt x="1588" y="597"/>
                </a:lnTo>
                <a:lnTo>
                  <a:pt x="1616" y="572"/>
                </a:lnTo>
                <a:lnTo>
                  <a:pt x="1641" y="543"/>
                </a:lnTo>
                <a:lnTo>
                  <a:pt x="1661" y="510"/>
                </a:lnTo>
                <a:lnTo>
                  <a:pt x="1676" y="475"/>
                </a:lnTo>
                <a:lnTo>
                  <a:pt x="1686" y="436"/>
                </a:lnTo>
                <a:lnTo>
                  <a:pt x="1689" y="396"/>
                </a:lnTo>
                <a:lnTo>
                  <a:pt x="1688" y="371"/>
                </a:lnTo>
                <a:lnTo>
                  <a:pt x="1683" y="347"/>
                </a:lnTo>
                <a:lnTo>
                  <a:pt x="1987" y="347"/>
                </a:lnTo>
                <a:lnTo>
                  <a:pt x="2029" y="349"/>
                </a:lnTo>
                <a:lnTo>
                  <a:pt x="2067" y="356"/>
                </a:lnTo>
                <a:lnTo>
                  <a:pt x="2101" y="366"/>
                </a:lnTo>
                <a:lnTo>
                  <a:pt x="2132" y="379"/>
                </a:lnTo>
                <a:lnTo>
                  <a:pt x="2159" y="396"/>
                </a:lnTo>
                <a:lnTo>
                  <a:pt x="2182" y="416"/>
                </a:lnTo>
                <a:lnTo>
                  <a:pt x="2201" y="438"/>
                </a:lnTo>
                <a:lnTo>
                  <a:pt x="2215" y="462"/>
                </a:lnTo>
                <a:lnTo>
                  <a:pt x="2226" y="488"/>
                </a:lnTo>
                <a:lnTo>
                  <a:pt x="2233" y="517"/>
                </a:lnTo>
                <a:lnTo>
                  <a:pt x="2235" y="546"/>
                </a:lnTo>
                <a:lnTo>
                  <a:pt x="2235" y="2036"/>
                </a:lnTo>
                <a:lnTo>
                  <a:pt x="2210" y="2035"/>
                </a:lnTo>
                <a:lnTo>
                  <a:pt x="2186" y="2034"/>
                </a:lnTo>
                <a:lnTo>
                  <a:pt x="2118" y="2037"/>
                </a:lnTo>
                <a:lnTo>
                  <a:pt x="2051" y="2045"/>
                </a:lnTo>
                <a:lnTo>
                  <a:pt x="1987" y="2060"/>
                </a:lnTo>
                <a:lnTo>
                  <a:pt x="1987" y="893"/>
                </a:lnTo>
                <a:lnTo>
                  <a:pt x="249" y="893"/>
                </a:lnTo>
                <a:lnTo>
                  <a:pt x="249" y="2876"/>
                </a:lnTo>
                <a:lnTo>
                  <a:pt x="1394" y="2876"/>
                </a:lnTo>
                <a:lnTo>
                  <a:pt x="1400" y="2942"/>
                </a:lnTo>
                <a:lnTo>
                  <a:pt x="1412" y="3005"/>
                </a:lnTo>
                <a:lnTo>
                  <a:pt x="1429" y="3066"/>
                </a:lnTo>
                <a:lnTo>
                  <a:pt x="1450" y="3125"/>
                </a:lnTo>
                <a:lnTo>
                  <a:pt x="199" y="3125"/>
                </a:lnTo>
                <a:lnTo>
                  <a:pt x="163" y="3122"/>
                </a:lnTo>
                <a:lnTo>
                  <a:pt x="130" y="3112"/>
                </a:lnTo>
                <a:lnTo>
                  <a:pt x="99" y="3097"/>
                </a:lnTo>
                <a:lnTo>
                  <a:pt x="71" y="3079"/>
                </a:lnTo>
                <a:lnTo>
                  <a:pt x="47" y="3054"/>
                </a:lnTo>
                <a:lnTo>
                  <a:pt x="27" y="3027"/>
                </a:lnTo>
                <a:lnTo>
                  <a:pt x="13" y="2995"/>
                </a:lnTo>
                <a:lnTo>
                  <a:pt x="3" y="2962"/>
                </a:lnTo>
                <a:lnTo>
                  <a:pt x="0" y="2926"/>
                </a:lnTo>
                <a:lnTo>
                  <a:pt x="0" y="546"/>
                </a:lnTo>
                <a:lnTo>
                  <a:pt x="3" y="513"/>
                </a:lnTo>
                <a:lnTo>
                  <a:pt x="9" y="483"/>
                </a:lnTo>
                <a:lnTo>
                  <a:pt x="21" y="455"/>
                </a:lnTo>
                <a:lnTo>
                  <a:pt x="36" y="428"/>
                </a:lnTo>
                <a:lnTo>
                  <a:pt x="53" y="405"/>
                </a:lnTo>
                <a:lnTo>
                  <a:pt x="71" y="385"/>
                </a:lnTo>
                <a:lnTo>
                  <a:pt x="91" y="369"/>
                </a:lnTo>
                <a:lnTo>
                  <a:pt x="111" y="358"/>
                </a:lnTo>
                <a:lnTo>
                  <a:pt x="131" y="349"/>
                </a:lnTo>
                <a:lnTo>
                  <a:pt x="150" y="347"/>
                </a:lnTo>
                <a:close/>
                <a:moveTo>
                  <a:pt x="1118" y="99"/>
                </a:moveTo>
                <a:lnTo>
                  <a:pt x="1098" y="102"/>
                </a:lnTo>
                <a:lnTo>
                  <a:pt x="1080" y="109"/>
                </a:lnTo>
                <a:lnTo>
                  <a:pt x="1065" y="121"/>
                </a:lnTo>
                <a:lnTo>
                  <a:pt x="1053" y="136"/>
                </a:lnTo>
                <a:lnTo>
                  <a:pt x="1046" y="154"/>
                </a:lnTo>
                <a:lnTo>
                  <a:pt x="1043" y="174"/>
                </a:lnTo>
                <a:lnTo>
                  <a:pt x="1046" y="194"/>
                </a:lnTo>
                <a:lnTo>
                  <a:pt x="1053" y="211"/>
                </a:lnTo>
                <a:lnTo>
                  <a:pt x="1065" y="226"/>
                </a:lnTo>
                <a:lnTo>
                  <a:pt x="1080" y="238"/>
                </a:lnTo>
                <a:lnTo>
                  <a:pt x="1098" y="245"/>
                </a:lnTo>
                <a:lnTo>
                  <a:pt x="1118" y="248"/>
                </a:lnTo>
                <a:lnTo>
                  <a:pt x="1138" y="245"/>
                </a:lnTo>
                <a:lnTo>
                  <a:pt x="1156" y="238"/>
                </a:lnTo>
                <a:lnTo>
                  <a:pt x="1170" y="226"/>
                </a:lnTo>
                <a:lnTo>
                  <a:pt x="1182" y="211"/>
                </a:lnTo>
                <a:lnTo>
                  <a:pt x="1189" y="194"/>
                </a:lnTo>
                <a:lnTo>
                  <a:pt x="1193" y="174"/>
                </a:lnTo>
                <a:lnTo>
                  <a:pt x="1189" y="154"/>
                </a:lnTo>
                <a:lnTo>
                  <a:pt x="1182" y="136"/>
                </a:lnTo>
                <a:lnTo>
                  <a:pt x="1170" y="121"/>
                </a:lnTo>
                <a:lnTo>
                  <a:pt x="1156" y="109"/>
                </a:lnTo>
                <a:lnTo>
                  <a:pt x="1138" y="102"/>
                </a:lnTo>
                <a:lnTo>
                  <a:pt x="1118" y="99"/>
                </a:lnTo>
                <a:close/>
                <a:moveTo>
                  <a:pt x="1116" y="0"/>
                </a:moveTo>
                <a:lnTo>
                  <a:pt x="1120" y="0"/>
                </a:lnTo>
                <a:lnTo>
                  <a:pt x="1150" y="3"/>
                </a:lnTo>
                <a:lnTo>
                  <a:pt x="1180" y="11"/>
                </a:lnTo>
                <a:lnTo>
                  <a:pt x="1206" y="23"/>
                </a:lnTo>
                <a:lnTo>
                  <a:pt x="1230" y="40"/>
                </a:lnTo>
                <a:lnTo>
                  <a:pt x="1252" y="61"/>
                </a:lnTo>
                <a:lnTo>
                  <a:pt x="1268" y="85"/>
                </a:lnTo>
                <a:lnTo>
                  <a:pt x="1281" y="112"/>
                </a:lnTo>
                <a:lnTo>
                  <a:pt x="1288" y="141"/>
                </a:lnTo>
                <a:lnTo>
                  <a:pt x="1292" y="171"/>
                </a:lnTo>
                <a:lnTo>
                  <a:pt x="1292" y="174"/>
                </a:lnTo>
                <a:lnTo>
                  <a:pt x="1294" y="194"/>
                </a:lnTo>
                <a:lnTo>
                  <a:pt x="1302" y="211"/>
                </a:lnTo>
                <a:lnTo>
                  <a:pt x="1314" y="226"/>
                </a:lnTo>
                <a:lnTo>
                  <a:pt x="1328" y="238"/>
                </a:lnTo>
                <a:lnTo>
                  <a:pt x="1345" y="245"/>
                </a:lnTo>
                <a:lnTo>
                  <a:pt x="1365" y="248"/>
                </a:lnTo>
                <a:lnTo>
                  <a:pt x="1442" y="248"/>
                </a:lnTo>
                <a:lnTo>
                  <a:pt x="1472" y="251"/>
                </a:lnTo>
                <a:lnTo>
                  <a:pt x="1499" y="260"/>
                </a:lnTo>
                <a:lnTo>
                  <a:pt x="1524" y="274"/>
                </a:lnTo>
                <a:lnTo>
                  <a:pt x="1547" y="291"/>
                </a:lnTo>
                <a:lnTo>
                  <a:pt x="1564" y="312"/>
                </a:lnTo>
                <a:lnTo>
                  <a:pt x="1578" y="338"/>
                </a:lnTo>
                <a:lnTo>
                  <a:pt x="1587" y="366"/>
                </a:lnTo>
                <a:lnTo>
                  <a:pt x="1590" y="396"/>
                </a:lnTo>
                <a:lnTo>
                  <a:pt x="1590" y="399"/>
                </a:lnTo>
                <a:lnTo>
                  <a:pt x="1587" y="428"/>
                </a:lnTo>
                <a:lnTo>
                  <a:pt x="1578" y="456"/>
                </a:lnTo>
                <a:lnTo>
                  <a:pt x="1564" y="481"/>
                </a:lnTo>
                <a:lnTo>
                  <a:pt x="1547" y="503"/>
                </a:lnTo>
                <a:lnTo>
                  <a:pt x="1524" y="521"/>
                </a:lnTo>
                <a:lnTo>
                  <a:pt x="1499" y="534"/>
                </a:lnTo>
                <a:lnTo>
                  <a:pt x="1472" y="543"/>
                </a:lnTo>
                <a:lnTo>
                  <a:pt x="1442" y="546"/>
                </a:lnTo>
                <a:lnTo>
                  <a:pt x="793" y="546"/>
                </a:lnTo>
                <a:lnTo>
                  <a:pt x="764" y="543"/>
                </a:lnTo>
                <a:lnTo>
                  <a:pt x="736" y="534"/>
                </a:lnTo>
                <a:lnTo>
                  <a:pt x="711" y="521"/>
                </a:lnTo>
                <a:lnTo>
                  <a:pt x="689" y="503"/>
                </a:lnTo>
                <a:lnTo>
                  <a:pt x="671" y="481"/>
                </a:lnTo>
                <a:lnTo>
                  <a:pt x="657" y="456"/>
                </a:lnTo>
                <a:lnTo>
                  <a:pt x="649" y="428"/>
                </a:lnTo>
                <a:lnTo>
                  <a:pt x="646" y="399"/>
                </a:lnTo>
                <a:lnTo>
                  <a:pt x="646" y="396"/>
                </a:lnTo>
                <a:lnTo>
                  <a:pt x="649" y="366"/>
                </a:lnTo>
                <a:lnTo>
                  <a:pt x="657" y="338"/>
                </a:lnTo>
                <a:lnTo>
                  <a:pt x="671" y="312"/>
                </a:lnTo>
                <a:lnTo>
                  <a:pt x="689" y="291"/>
                </a:lnTo>
                <a:lnTo>
                  <a:pt x="711" y="274"/>
                </a:lnTo>
                <a:lnTo>
                  <a:pt x="736" y="260"/>
                </a:lnTo>
                <a:lnTo>
                  <a:pt x="764" y="251"/>
                </a:lnTo>
                <a:lnTo>
                  <a:pt x="793" y="248"/>
                </a:lnTo>
                <a:lnTo>
                  <a:pt x="870" y="248"/>
                </a:lnTo>
                <a:lnTo>
                  <a:pt x="889" y="245"/>
                </a:lnTo>
                <a:lnTo>
                  <a:pt x="907" y="238"/>
                </a:lnTo>
                <a:lnTo>
                  <a:pt x="922" y="226"/>
                </a:lnTo>
                <a:lnTo>
                  <a:pt x="933" y="211"/>
                </a:lnTo>
                <a:lnTo>
                  <a:pt x="941" y="194"/>
                </a:lnTo>
                <a:lnTo>
                  <a:pt x="944" y="174"/>
                </a:lnTo>
                <a:lnTo>
                  <a:pt x="944" y="171"/>
                </a:lnTo>
                <a:lnTo>
                  <a:pt x="947" y="141"/>
                </a:lnTo>
                <a:lnTo>
                  <a:pt x="954" y="112"/>
                </a:lnTo>
                <a:lnTo>
                  <a:pt x="967" y="85"/>
                </a:lnTo>
                <a:lnTo>
                  <a:pt x="984" y="61"/>
                </a:lnTo>
                <a:lnTo>
                  <a:pt x="1005" y="40"/>
                </a:lnTo>
                <a:lnTo>
                  <a:pt x="1029" y="23"/>
                </a:lnTo>
                <a:lnTo>
                  <a:pt x="1056" y="11"/>
                </a:lnTo>
                <a:lnTo>
                  <a:pt x="1085" y="3"/>
                </a:lnTo>
                <a:lnTo>
                  <a:pt x="1116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2" name="그림 1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958716BA-CEE6-43DD-921A-424916DA714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3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중간제목"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100000">
              <a:schemeClr val="accent5">
                <a:lumMod val="5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67">
            <a:extLst>
              <a:ext uri="{FF2B5EF4-FFF2-40B4-BE49-F238E27FC236}">
                <a16:creationId xmlns:a16="http://schemas.microsoft.com/office/drawing/2014/main" id="{5DB72E38-149F-40EA-A02E-C644604F1609}"/>
              </a:ext>
            </a:extLst>
          </p:cNvPr>
          <p:cNvSpPr/>
          <p:nvPr userDrawn="1"/>
        </p:nvSpPr>
        <p:spPr>
          <a:xfrm>
            <a:off x="667110" y="2065525"/>
            <a:ext cx="10857780" cy="1079499"/>
          </a:xfrm>
          <a:prstGeom prst="roundRect">
            <a:avLst>
              <a:gd name="adj" fmla="val 50000"/>
            </a:avLst>
          </a:prstGeom>
          <a:solidFill>
            <a:schemeClr val="bg1">
              <a:alpha val="3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701A3F5-FED8-4103-BC17-75999488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863" y="2116346"/>
            <a:ext cx="8970274" cy="971911"/>
          </a:xfrm>
          <a:prstGeom prst="rect">
            <a:avLst/>
          </a:prstGeom>
        </p:spPr>
        <p:txBody>
          <a:bodyPr anchor="ctr"/>
          <a:lstStyle>
            <a:lvl1pPr algn="ctr"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3" name="그림 2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0CAA3768-BE8B-454F-81D1-84E8C408C6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7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중간제목"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100000">
              <a:schemeClr val="accent5">
                <a:lumMod val="5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0CAA3768-BE8B-454F-81D1-84E8C408C6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  <p:sp>
        <p:nvSpPr>
          <p:cNvPr id="7" name="모서리가 둥근 직사각형 67">
            <a:extLst>
              <a:ext uri="{FF2B5EF4-FFF2-40B4-BE49-F238E27FC236}">
                <a16:creationId xmlns:a16="http://schemas.microsoft.com/office/drawing/2014/main" id="{DCDA2086-D9AB-4C54-8576-0533744E3440}"/>
              </a:ext>
            </a:extLst>
          </p:cNvPr>
          <p:cNvSpPr/>
          <p:nvPr userDrawn="1"/>
        </p:nvSpPr>
        <p:spPr>
          <a:xfrm>
            <a:off x="667110" y="2083357"/>
            <a:ext cx="10857780" cy="1133672"/>
          </a:xfrm>
          <a:prstGeom prst="roundRect">
            <a:avLst>
              <a:gd name="adj" fmla="val 50000"/>
            </a:avLst>
          </a:prstGeom>
          <a:solidFill>
            <a:schemeClr val="bg1">
              <a:alpha val="3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36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FC85B0E6-DD81-44D9-8D0A-5D0F3C09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251" y="2199661"/>
            <a:ext cx="9839498" cy="535531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algn="ctr">
              <a:defRPr sz="32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8D72EB21-8337-4C49-ABB5-31F94A82CF8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76251" y="2792148"/>
            <a:ext cx="9839498" cy="365178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2000" b="1" baseline="0">
                <a:solidFill>
                  <a:srgbClr val="FFFF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소제목 편집</a:t>
            </a:r>
          </a:p>
        </p:txBody>
      </p:sp>
    </p:spTree>
    <p:extLst>
      <p:ext uri="{BB962C8B-B14F-4D97-AF65-F5344CB8AC3E}">
        <p14:creationId xmlns:p14="http://schemas.microsoft.com/office/powerpoint/2010/main" val="2295890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전자기기이(가) 표시된 사진&#10;&#10;자동 생성된 설명">
            <a:extLst>
              <a:ext uri="{FF2B5EF4-FFF2-40B4-BE49-F238E27FC236}">
                <a16:creationId xmlns:a16="http://schemas.microsoft.com/office/drawing/2014/main" id="{2F3D5CB9-B17B-4C02-AED5-48DB88126A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50381"/>
            <a:ext cx="5881904" cy="560761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3999931-9C46-4798-8D0B-769E4C55A301}"/>
              </a:ext>
            </a:extLst>
          </p:cNvPr>
          <p:cNvSpPr/>
          <p:nvPr userDrawn="1"/>
        </p:nvSpPr>
        <p:spPr>
          <a:xfrm>
            <a:off x="0" y="6537365"/>
            <a:ext cx="12192000" cy="32063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0" name="슬라이드 번호 개체 틀 7">
            <a:extLst>
              <a:ext uri="{FF2B5EF4-FFF2-40B4-BE49-F238E27FC236}">
                <a16:creationId xmlns:a16="http://schemas.microsoft.com/office/drawing/2014/main" id="{E8AC9777-127F-4C0D-BDA0-D01F60C75303}"/>
              </a:ext>
            </a:extLst>
          </p:cNvPr>
          <p:cNvSpPr txBox="1">
            <a:spLocks/>
          </p:cNvSpPr>
          <p:nvPr userDrawn="1"/>
        </p:nvSpPr>
        <p:spPr>
          <a:xfrm>
            <a:off x="11445875" y="6581490"/>
            <a:ext cx="562149" cy="228779"/>
          </a:xfrm>
          <a:prstGeom prst="parallelogram">
            <a:avLst>
              <a:gd name="adj" fmla="val 38406"/>
            </a:avLst>
          </a:prstGeom>
          <a:solidFill>
            <a:srgbClr val="7E8AA0"/>
          </a:solidFill>
        </p:spPr>
        <p:txBody>
          <a:bodyPr wrap="square" tIns="0" bIns="0" anchor="ctr" anchorCtr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BDF7836-E6E9-4EFF-995A-5630EC5FB7E8}" type="slidenum">
              <a:rPr lang="ko-KR" altLang="en-US" sz="1050" b="1" smtClean="0">
                <a:solidFill>
                  <a:schemeClr val="accent5">
                    <a:lumMod val="50000"/>
                  </a:schemeClr>
                </a:solidFill>
              </a:rPr>
              <a:pPr algn="ctr"/>
              <a:t>‹#›</a:t>
            </a:fld>
            <a:endParaRPr lang="ko-KR" altLang="en-US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F5F5BB-D32D-40AA-847D-101CA91BB3FE}"/>
              </a:ext>
            </a:extLst>
          </p:cNvPr>
          <p:cNvSpPr txBox="1"/>
          <p:nvPr userDrawn="1"/>
        </p:nvSpPr>
        <p:spPr>
          <a:xfrm>
            <a:off x="1" y="6580920"/>
            <a:ext cx="3225800" cy="246221"/>
          </a:xfrm>
          <a:prstGeom prst="rect">
            <a:avLst/>
          </a:prstGeom>
          <a:noFill/>
          <a:effectLst/>
        </p:spPr>
        <p:txBody>
          <a:bodyPr wrap="square" tIns="0" bIns="0" rtlCol="0" anchor="ctr" anchorCtr="0">
            <a:spAutoFit/>
          </a:bodyPr>
          <a:lstStyle/>
          <a:p>
            <a:pPr algn="l"/>
            <a:r>
              <a:rPr lang="en-US" altLang="ko-KR" sz="1600" b="1" i="0" u="none" dirty="0">
                <a:solidFill>
                  <a:srgbClr val="D91E25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G2</a:t>
            </a:r>
            <a:r>
              <a:rPr lang="en-US" altLang="ko-KR" sz="1200" b="1" i="0" u="none" dirty="0">
                <a:solidFill>
                  <a:srgbClr val="D91E25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touch Confidential</a:t>
            </a:r>
            <a:r>
              <a:rPr lang="en-US" altLang="ko-KR" sz="1100" b="1" i="0" u="none" dirty="0">
                <a:solidFill>
                  <a:srgbClr val="D91E25"/>
                </a:solidFill>
                <a:effectLst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2020</a:t>
            </a:r>
            <a:endParaRPr lang="ko-KR" altLang="en-US" sz="1100" b="1" i="0" u="none" dirty="0">
              <a:solidFill>
                <a:srgbClr val="D91E2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138D36-BD34-44C4-A83F-35EA46201B24}"/>
              </a:ext>
            </a:extLst>
          </p:cNvPr>
          <p:cNvSpPr txBox="1"/>
          <p:nvPr userDrawn="1"/>
        </p:nvSpPr>
        <p:spPr>
          <a:xfrm>
            <a:off x="9880651" y="6625551"/>
            <a:ext cx="1603324" cy="184666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en-US" altLang="ko-KR" sz="1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Be</a:t>
            </a:r>
            <a:r>
              <a:rPr lang="ko-KR" altLang="en-US" sz="1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 </a:t>
            </a:r>
            <a:r>
              <a:rPr lang="en-US" altLang="ko-KR" sz="1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HY견고딕" panose="02030600000101010101" pitchFamily="18" charset="-127"/>
                <a:cs typeface="Arial" panose="020B0604020202020204" pitchFamily="34" charset="0"/>
              </a:rPr>
              <a:t>Crazy ZZO~~M!!</a:t>
            </a:r>
            <a:endParaRPr lang="ko-KR" altLang="en-US" sz="12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HY견고딕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10" name="순서도: 문서 9">
            <a:extLst>
              <a:ext uri="{FF2B5EF4-FFF2-40B4-BE49-F238E27FC236}">
                <a16:creationId xmlns:a16="http://schemas.microsoft.com/office/drawing/2014/main" id="{88429F0E-59C3-43A7-AE11-16D776E3E82B}"/>
              </a:ext>
            </a:extLst>
          </p:cNvPr>
          <p:cNvSpPr/>
          <p:nvPr userDrawn="1"/>
        </p:nvSpPr>
        <p:spPr>
          <a:xfrm>
            <a:off x="0" y="1"/>
            <a:ext cx="12192000" cy="879230"/>
          </a:xfrm>
          <a:prstGeom prst="flowChartDocument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108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9288CA19-EB34-498B-9DCE-9EE29BC8E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788" y="177564"/>
            <a:ext cx="8153401" cy="387798"/>
          </a:xfrm>
          <a:prstGeom prst="rect">
            <a:avLst/>
          </a:prstGeom>
        </p:spPr>
        <p:txBody>
          <a:bodyPr vert="horz" lIns="91440" tIns="0" rIns="91440" bIns="0" rtlCol="0" anchor="ctr">
            <a:spAutoFit/>
          </a:bodyPr>
          <a:lstStyle>
            <a:lvl1pPr>
              <a:defRPr sz="2800" b="1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52B3995A-1347-459B-8A42-03E475E73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8" y="1092869"/>
            <a:ext cx="11815937" cy="5208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8" name="그림 17" descr="표지판이(가) 표시된 사진&#10;&#10;자동 생성된 설명">
            <a:extLst>
              <a:ext uri="{FF2B5EF4-FFF2-40B4-BE49-F238E27FC236}">
                <a16:creationId xmlns:a16="http://schemas.microsoft.com/office/drawing/2014/main" id="{332BA4DE-A082-43C6-9F15-786CEDE9DC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8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797" y="69014"/>
            <a:ext cx="678228" cy="561124"/>
          </a:xfrm>
          <a:prstGeom prst="rect">
            <a:avLst/>
          </a:prstGeom>
        </p:spPr>
      </p:pic>
      <p:sp>
        <p:nvSpPr>
          <p:cNvPr id="22" name="텍스트 개체 틀 2">
            <a:extLst>
              <a:ext uri="{FF2B5EF4-FFF2-40B4-BE49-F238E27FC236}">
                <a16:creationId xmlns:a16="http://schemas.microsoft.com/office/drawing/2014/main" id="{B3097EF4-F429-40B0-9005-16505A14E16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838" y="602270"/>
            <a:ext cx="10515600" cy="1384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0" indent="0">
              <a:buNone/>
              <a:defRPr sz="1000" b="1" baseline="0">
                <a:solidFill>
                  <a:srgbClr val="FFFF99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ko-KR" altLang="en-US" dirty="0"/>
              <a:t>마스터 제목에 대한 부가 설명 편집</a:t>
            </a:r>
          </a:p>
        </p:txBody>
      </p:sp>
      <p:sp>
        <p:nvSpPr>
          <p:cNvPr id="24" name="순서도: 처리 23">
            <a:extLst>
              <a:ext uri="{FF2B5EF4-FFF2-40B4-BE49-F238E27FC236}">
                <a16:creationId xmlns:a16="http://schemas.microsoft.com/office/drawing/2014/main" id="{5575F001-29BE-4BA9-B900-C2A746739401}"/>
              </a:ext>
            </a:extLst>
          </p:cNvPr>
          <p:cNvSpPr/>
          <p:nvPr userDrawn="1"/>
        </p:nvSpPr>
        <p:spPr>
          <a:xfrm>
            <a:off x="206836" y="147209"/>
            <a:ext cx="162442" cy="608611"/>
          </a:xfrm>
          <a:prstGeom prst="flowChartProcess">
            <a:avLst/>
          </a:prstGeom>
          <a:solidFill>
            <a:srgbClr val="7E8A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 b="1" dirty="0">
              <a:solidFill>
                <a:prstClr val="white"/>
              </a:solidFill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34784BA0-5E80-4933-A0D3-AA89C146D321}"/>
              </a:ext>
            </a:extLst>
          </p:cNvPr>
          <p:cNvSpPr/>
          <p:nvPr userDrawn="1"/>
        </p:nvSpPr>
        <p:spPr>
          <a:xfrm>
            <a:off x="411990" y="147209"/>
            <a:ext cx="45719" cy="608611"/>
          </a:xfrm>
          <a:prstGeom prst="flowChartProcess">
            <a:avLst/>
          </a:prstGeom>
          <a:solidFill>
            <a:srgbClr val="7E8A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4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047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21" userDrawn="1">
          <p15:clr>
            <a:srgbClr val="FBAE40"/>
          </p15:clr>
        </p15:guide>
        <p15:guide id="4" pos="755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100000">
              <a:schemeClr val="accent5">
                <a:lumMod val="5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6">
            <a:extLst>
              <a:ext uri="{FF2B5EF4-FFF2-40B4-BE49-F238E27FC236}">
                <a16:creationId xmlns:a16="http://schemas.microsoft.com/office/drawing/2014/main" id="{3058FD6C-BE5C-4435-9F1C-4B97012C7425}"/>
              </a:ext>
            </a:extLst>
          </p:cNvPr>
          <p:cNvSpPr/>
          <p:nvPr userDrawn="1"/>
        </p:nvSpPr>
        <p:spPr>
          <a:xfrm>
            <a:off x="3886200" y="620048"/>
            <a:ext cx="4419600" cy="726131"/>
          </a:xfrm>
          <a:prstGeom prst="roundRect">
            <a:avLst>
              <a:gd name="adj" fmla="val 50000"/>
            </a:avLst>
          </a:prstGeom>
          <a:solidFill>
            <a:schemeClr val="bg1">
              <a:alpha val="72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chemeClr val="tx1"/>
                </a:solidFill>
                <a:latin typeface="Arial Black" panose="020B0A04020102020204" pitchFamily="34" charset="0"/>
                <a:ea typeface="HY견고딕" panose="02030600000101010101" pitchFamily="18" charset="-127"/>
                <a:cs typeface="Aharoni" panose="02010803020104030203" pitchFamily="2" charset="-79"/>
              </a:rPr>
              <a:t>Appendix</a:t>
            </a:r>
          </a:p>
        </p:txBody>
      </p:sp>
      <p:sp>
        <p:nvSpPr>
          <p:cNvPr id="28" name="Freeform 6">
            <a:extLst>
              <a:ext uri="{FF2B5EF4-FFF2-40B4-BE49-F238E27FC236}">
                <a16:creationId xmlns:a16="http://schemas.microsoft.com/office/drawing/2014/main" id="{5C5BB62F-897C-46C7-8ACC-C163AA56326F}"/>
              </a:ext>
            </a:extLst>
          </p:cNvPr>
          <p:cNvSpPr>
            <a:spLocks/>
          </p:cNvSpPr>
          <p:nvPr userDrawn="1"/>
        </p:nvSpPr>
        <p:spPr bwMode="auto">
          <a:xfrm>
            <a:off x="4433728" y="828135"/>
            <a:ext cx="383713" cy="34019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191484CC-79DA-4924-8D8B-D2C9351961D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8651" y="1679275"/>
            <a:ext cx="11074698" cy="4621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9875" indent="-269875">
              <a:buFont typeface="Wingdings" panose="05000000000000000000" pitchFamily="2" charset="2"/>
              <a:buChar char="§"/>
              <a:defRPr sz="1600">
                <a:solidFill>
                  <a:schemeClr val="bg1"/>
                </a:solidFill>
                <a:latin typeface="+mj-lt"/>
                <a:ea typeface="HY견고딕" panose="02030600000101010101" pitchFamily="18" charset="-127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D40EA64-ACCD-4DF2-BEF4-3F7845A2EC62}"/>
              </a:ext>
            </a:extLst>
          </p:cNvPr>
          <p:cNvSpPr>
            <a:spLocks/>
          </p:cNvSpPr>
          <p:nvPr userDrawn="1"/>
        </p:nvSpPr>
        <p:spPr bwMode="auto">
          <a:xfrm>
            <a:off x="7374561" y="828135"/>
            <a:ext cx="383713" cy="340199"/>
          </a:xfrm>
          <a:custGeom>
            <a:avLst/>
            <a:gdLst>
              <a:gd name="T0" fmla="*/ 2689 w 3491"/>
              <a:gd name="T1" fmla="*/ 15 h 3097"/>
              <a:gd name="T2" fmla="*/ 2963 w 3491"/>
              <a:gd name="T3" fmla="*/ 108 h 3097"/>
              <a:gd name="T4" fmla="*/ 3204 w 3491"/>
              <a:gd name="T5" fmla="*/ 281 h 3097"/>
              <a:gd name="T6" fmla="*/ 3382 w 3491"/>
              <a:gd name="T7" fmla="*/ 518 h 3097"/>
              <a:gd name="T8" fmla="*/ 3475 w 3491"/>
              <a:gd name="T9" fmla="*/ 786 h 3097"/>
              <a:gd name="T10" fmla="*/ 3486 w 3491"/>
              <a:gd name="T11" fmla="*/ 1066 h 3097"/>
              <a:gd name="T12" fmla="*/ 3413 w 3491"/>
              <a:gd name="T13" fmla="*/ 1339 h 3097"/>
              <a:gd name="T14" fmla="*/ 3256 w 3491"/>
              <a:gd name="T15" fmla="*/ 1586 h 3097"/>
              <a:gd name="T16" fmla="*/ 1965 w 3491"/>
              <a:gd name="T17" fmla="*/ 2838 h 3097"/>
              <a:gd name="T18" fmla="*/ 1873 w 3491"/>
              <a:gd name="T19" fmla="*/ 2828 h 3097"/>
              <a:gd name="T20" fmla="*/ 1821 w 3491"/>
              <a:gd name="T21" fmla="*/ 2749 h 3097"/>
              <a:gd name="T22" fmla="*/ 1853 w 3491"/>
              <a:gd name="T23" fmla="*/ 2662 h 3097"/>
              <a:gd name="T24" fmla="*/ 3153 w 3491"/>
              <a:gd name="T25" fmla="*/ 1355 h 3097"/>
              <a:gd name="T26" fmla="*/ 3242 w 3491"/>
              <a:gd name="T27" fmla="*/ 1126 h 3097"/>
              <a:gd name="T28" fmla="*/ 3253 w 3491"/>
              <a:gd name="T29" fmla="*/ 885 h 3097"/>
              <a:gd name="T30" fmla="*/ 3183 w 3491"/>
              <a:gd name="T31" fmla="*/ 653 h 3097"/>
              <a:gd name="T32" fmla="*/ 3035 w 3491"/>
              <a:gd name="T33" fmla="*/ 448 h 3097"/>
              <a:gd name="T34" fmla="*/ 2825 w 3491"/>
              <a:gd name="T35" fmla="*/ 301 h 3097"/>
              <a:gd name="T36" fmla="*/ 2586 w 3491"/>
              <a:gd name="T37" fmla="*/ 234 h 3097"/>
              <a:gd name="T38" fmla="*/ 2340 w 3491"/>
              <a:gd name="T39" fmla="*/ 243 h 3097"/>
              <a:gd name="T40" fmla="*/ 2108 w 3491"/>
              <a:gd name="T41" fmla="*/ 331 h 3097"/>
              <a:gd name="T42" fmla="*/ 378 w 3491"/>
              <a:gd name="T43" fmla="*/ 1972 h 3097"/>
              <a:gd name="T44" fmla="*/ 258 w 3491"/>
              <a:gd name="T45" fmla="*/ 2149 h 3097"/>
              <a:gd name="T46" fmla="*/ 218 w 3491"/>
              <a:gd name="T47" fmla="*/ 2350 h 3097"/>
              <a:gd name="T48" fmla="*/ 258 w 3491"/>
              <a:gd name="T49" fmla="*/ 2551 h 3097"/>
              <a:gd name="T50" fmla="*/ 378 w 3491"/>
              <a:gd name="T51" fmla="*/ 2728 h 3097"/>
              <a:gd name="T52" fmla="*/ 558 w 3491"/>
              <a:gd name="T53" fmla="*/ 2846 h 3097"/>
              <a:gd name="T54" fmla="*/ 763 w 3491"/>
              <a:gd name="T55" fmla="*/ 2885 h 3097"/>
              <a:gd name="T56" fmla="*/ 968 w 3491"/>
              <a:gd name="T57" fmla="*/ 2846 h 3097"/>
              <a:gd name="T58" fmla="*/ 1149 w 3491"/>
              <a:gd name="T59" fmla="*/ 2728 h 3097"/>
              <a:gd name="T60" fmla="*/ 2809 w 3491"/>
              <a:gd name="T61" fmla="*/ 1091 h 3097"/>
              <a:gd name="T62" fmla="*/ 2837 w 3491"/>
              <a:gd name="T63" fmla="*/ 942 h 3097"/>
              <a:gd name="T64" fmla="*/ 2791 w 3491"/>
              <a:gd name="T65" fmla="*/ 797 h 3097"/>
              <a:gd name="T66" fmla="*/ 2677 w 3491"/>
              <a:gd name="T67" fmla="*/ 685 h 3097"/>
              <a:gd name="T68" fmla="*/ 2528 w 3491"/>
              <a:gd name="T69" fmla="*/ 641 h 3097"/>
              <a:gd name="T70" fmla="*/ 2377 w 3491"/>
              <a:gd name="T71" fmla="*/ 668 h 3097"/>
              <a:gd name="T72" fmla="*/ 1082 w 3491"/>
              <a:gd name="T73" fmla="*/ 1906 h 3097"/>
              <a:gd name="T74" fmla="*/ 992 w 3491"/>
              <a:gd name="T75" fmla="*/ 1937 h 3097"/>
              <a:gd name="T76" fmla="*/ 911 w 3491"/>
              <a:gd name="T77" fmla="*/ 1887 h 3097"/>
              <a:gd name="T78" fmla="*/ 900 w 3491"/>
              <a:gd name="T79" fmla="*/ 1796 h 3097"/>
              <a:gd name="T80" fmla="*/ 2165 w 3491"/>
              <a:gd name="T81" fmla="*/ 546 h 3097"/>
              <a:gd name="T82" fmla="*/ 2354 w 3491"/>
              <a:gd name="T83" fmla="*/ 449 h 3097"/>
              <a:gd name="T84" fmla="*/ 2562 w 3491"/>
              <a:gd name="T85" fmla="*/ 429 h 3097"/>
              <a:gd name="T86" fmla="*/ 2763 w 3491"/>
              <a:gd name="T87" fmla="*/ 488 h 3097"/>
              <a:gd name="T88" fmla="*/ 2932 w 3491"/>
              <a:gd name="T89" fmla="*/ 623 h 3097"/>
              <a:gd name="T90" fmla="*/ 3032 w 3491"/>
              <a:gd name="T91" fmla="*/ 809 h 3097"/>
              <a:gd name="T92" fmla="*/ 3053 w 3491"/>
              <a:gd name="T93" fmla="*/ 1012 h 3097"/>
              <a:gd name="T94" fmla="*/ 2993 w 3491"/>
              <a:gd name="T95" fmla="*/ 1209 h 3097"/>
              <a:gd name="T96" fmla="*/ 1303 w 3491"/>
              <a:gd name="T97" fmla="*/ 2879 h 3097"/>
              <a:gd name="T98" fmla="*/ 1094 w 3491"/>
              <a:gd name="T99" fmla="*/ 3025 h 3097"/>
              <a:gd name="T100" fmla="*/ 855 w 3491"/>
              <a:gd name="T101" fmla="*/ 3092 h 3097"/>
              <a:gd name="T102" fmla="*/ 609 w 3491"/>
              <a:gd name="T103" fmla="*/ 3083 h 3097"/>
              <a:gd name="T104" fmla="*/ 377 w 3491"/>
              <a:gd name="T105" fmla="*/ 2995 h 3097"/>
              <a:gd name="T106" fmla="*/ 178 w 3491"/>
              <a:gd name="T107" fmla="*/ 2832 h 3097"/>
              <a:gd name="T108" fmla="*/ 51 w 3491"/>
              <a:gd name="T109" fmla="*/ 2617 h 3097"/>
              <a:gd name="T110" fmla="*/ 0 w 3491"/>
              <a:gd name="T111" fmla="*/ 2381 h 3097"/>
              <a:gd name="T112" fmla="*/ 30 w 3491"/>
              <a:gd name="T113" fmla="*/ 2141 h 3097"/>
              <a:gd name="T114" fmla="*/ 139 w 3491"/>
              <a:gd name="T115" fmla="*/ 1920 h 3097"/>
              <a:gd name="T116" fmla="*/ 1872 w 3491"/>
              <a:gd name="T117" fmla="*/ 230 h 3097"/>
              <a:gd name="T118" fmla="*/ 2123 w 3491"/>
              <a:gd name="T119" fmla="*/ 76 h 3097"/>
              <a:gd name="T120" fmla="*/ 2402 w 3491"/>
              <a:gd name="T121" fmla="*/ 5 h 3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491" h="3097">
                <a:moveTo>
                  <a:pt x="2474" y="0"/>
                </a:moveTo>
                <a:lnTo>
                  <a:pt x="2546" y="0"/>
                </a:lnTo>
                <a:lnTo>
                  <a:pt x="2618" y="5"/>
                </a:lnTo>
                <a:lnTo>
                  <a:pt x="2689" y="15"/>
                </a:lnTo>
                <a:lnTo>
                  <a:pt x="2758" y="31"/>
                </a:lnTo>
                <a:lnTo>
                  <a:pt x="2828" y="51"/>
                </a:lnTo>
                <a:lnTo>
                  <a:pt x="2896" y="76"/>
                </a:lnTo>
                <a:lnTo>
                  <a:pt x="2963" y="108"/>
                </a:lnTo>
                <a:lnTo>
                  <a:pt x="3026" y="143"/>
                </a:lnTo>
                <a:lnTo>
                  <a:pt x="3088" y="183"/>
                </a:lnTo>
                <a:lnTo>
                  <a:pt x="3147" y="230"/>
                </a:lnTo>
                <a:lnTo>
                  <a:pt x="3204" y="281"/>
                </a:lnTo>
                <a:lnTo>
                  <a:pt x="3256" y="336"/>
                </a:lnTo>
                <a:lnTo>
                  <a:pt x="3303" y="394"/>
                </a:lnTo>
                <a:lnTo>
                  <a:pt x="3345" y="455"/>
                </a:lnTo>
                <a:lnTo>
                  <a:pt x="3382" y="518"/>
                </a:lnTo>
                <a:lnTo>
                  <a:pt x="3413" y="582"/>
                </a:lnTo>
                <a:lnTo>
                  <a:pt x="3439" y="650"/>
                </a:lnTo>
                <a:lnTo>
                  <a:pt x="3460" y="717"/>
                </a:lnTo>
                <a:lnTo>
                  <a:pt x="3475" y="786"/>
                </a:lnTo>
                <a:lnTo>
                  <a:pt x="3486" y="856"/>
                </a:lnTo>
                <a:lnTo>
                  <a:pt x="3491" y="926"/>
                </a:lnTo>
                <a:lnTo>
                  <a:pt x="3491" y="996"/>
                </a:lnTo>
                <a:lnTo>
                  <a:pt x="3486" y="1066"/>
                </a:lnTo>
                <a:lnTo>
                  <a:pt x="3475" y="1136"/>
                </a:lnTo>
                <a:lnTo>
                  <a:pt x="3460" y="1205"/>
                </a:lnTo>
                <a:lnTo>
                  <a:pt x="3439" y="1273"/>
                </a:lnTo>
                <a:lnTo>
                  <a:pt x="3413" y="1339"/>
                </a:lnTo>
                <a:lnTo>
                  <a:pt x="3382" y="1404"/>
                </a:lnTo>
                <a:lnTo>
                  <a:pt x="3345" y="1467"/>
                </a:lnTo>
                <a:lnTo>
                  <a:pt x="3303" y="1528"/>
                </a:lnTo>
                <a:lnTo>
                  <a:pt x="3256" y="1586"/>
                </a:lnTo>
                <a:lnTo>
                  <a:pt x="3204" y="1641"/>
                </a:lnTo>
                <a:lnTo>
                  <a:pt x="2007" y="2813"/>
                </a:lnTo>
                <a:lnTo>
                  <a:pt x="1988" y="2828"/>
                </a:lnTo>
                <a:lnTo>
                  <a:pt x="1965" y="2838"/>
                </a:lnTo>
                <a:lnTo>
                  <a:pt x="1942" y="2844"/>
                </a:lnTo>
                <a:lnTo>
                  <a:pt x="1918" y="2844"/>
                </a:lnTo>
                <a:lnTo>
                  <a:pt x="1894" y="2838"/>
                </a:lnTo>
                <a:lnTo>
                  <a:pt x="1873" y="2828"/>
                </a:lnTo>
                <a:lnTo>
                  <a:pt x="1853" y="2813"/>
                </a:lnTo>
                <a:lnTo>
                  <a:pt x="1837" y="2793"/>
                </a:lnTo>
                <a:lnTo>
                  <a:pt x="1827" y="2772"/>
                </a:lnTo>
                <a:lnTo>
                  <a:pt x="1821" y="2749"/>
                </a:lnTo>
                <a:lnTo>
                  <a:pt x="1821" y="2726"/>
                </a:lnTo>
                <a:lnTo>
                  <a:pt x="1827" y="2703"/>
                </a:lnTo>
                <a:lnTo>
                  <a:pt x="1837" y="2681"/>
                </a:lnTo>
                <a:lnTo>
                  <a:pt x="1853" y="2662"/>
                </a:lnTo>
                <a:lnTo>
                  <a:pt x="3035" y="1505"/>
                </a:lnTo>
                <a:lnTo>
                  <a:pt x="3079" y="1458"/>
                </a:lnTo>
                <a:lnTo>
                  <a:pt x="3118" y="1407"/>
                </a:lnTo>
                <a:lnTo>
                  <a:pt x="3153" y="1355"/>
                </a:lnTo>
                <a:lnTo>
                  <a:pt x="3183" y="1300"/>
                </a:lnTo>
                <a:lnTo>
                  <a:pt x="3208" y="1243"/>
                </a:lnTo>
                <a:lnTo>
                  <a:pt x="3228" y="1185"/>
                </a:lnTo>
                <a:lnTo>
                  <a:pt x="3242" y="1126"/>
                </a:lnTo>
                <a:lnTo>
                  <a:pt x="3253" y="1066"/>
                </a:lnTo>
                <a:lnTo>
                  <a:pt x="3257" y="1006"/>
                </a:lnTo>
                <a:lnTo>
                  <a:pt x="3257" y="946"/>
                </a:lnTo>
                <a:lnTo>
                  <a:pt x="3253" y="885"/>
                </a:lnTo>
                <a:lnTo>
                  <a:pt x="3242" y="826"/>
                </a:lnTo>
                <a:lnTo>
                  <a:pt x="3228" y="766"/>
                </a:lnTo>
                <a:lnTo>
                  <a:pt x="3208" y="709"/>
                </a:lnTo>
                <a:lnTo>
                  <a:pt x="3183" y="653"/>
                </a:lnTo>
                <a:lnTo>
                  <a:pt x="3153" y="598"/>
                </a:lnTo>
                <a:lnTo>
                  <a:pt x="3118" y="545"/>
                </a:lnTo>
                <a:lnTo>
                  <a:pt x="3079" y="495"/>
                </a:lnTo>
                <a:lnTo>
                  <a:pt x="3035" y="448"/>
                </a:lnTo>
                <a:lnTo>
                  <a:pt x="2985" y="403"/>
                </a:lnTo>
                <a:lnTo>
                  <a:pt x="2935" y="364"/>
                </a:lnTo>
                <a:lnTo>
                  <a:pt x="2881" y="331"/>
                </a:lnTo>
                <a:lnTo>
                  <a:pt x="2825" y="301"/>
                </a:lnTo>
                <a:lnTo>
                  <a:pt x="2767" y="277"/>
                </a:lnTo>
                <a:lnTo>
                  <a:pt x="2708" y="258"/>
                </a:lnTo>
                <a:lnTo>
                  <a:pt x="2648" y="243"/>
                </a:lnTo>
                <a:lnTo>
                  <a:pt x="2586" y="234"/>
                </a:lnTo>
                <a:lnTo>
                  <a:pt x="2525" y="229"/>
                </a:lnTo>
                <a:lnTo>
                  <a:pt x="2464" y="229"/>
                </a:lnTo>
                <a:lnTo>
                  <a:pt x="2402" y="234"/>
                </a:lnTo>
                <a:lnTo>
                  <a:pt x="2340" y="243"/>
                </a:lnTo>
                <a:lnTo>
                  <a:pt x="2280" y="258"/>
                </a:lnTo>
                <a:lnTo>
                  <a:pt x="2221" y="277"/>
                </a:lnTo>
                <a:lnTo>
                  <a:pt x="2164" y="301"/>
                </a:lnTo>
                <a:lnTo>
                  <a:pt x="2108" y="331"/>
                </a:lnTo>
                <a:lnTo>
                  <a:pt x="2055" y="364"/>
                </a:lnTo>
                <a:lnTo>
                  <a:pt x="2003" y="403"/>
                </a:lnTo>
                <a:lnTo>
                  <a:pt x="1955" y="448"/>
                </a:lnTo>
                <a:lnTo>
                  <a:pt x="378" y="1972"/>
                </a:lnTo>
                <a:lnTo>
                  <a:pt x="341" y="2013"/>
                </a:lnTo>
                <a:lnTo>
                  <a:pt x="307" y="2057"/>
                </a:lnTo>
                <a:lnTo>
                  <a:pt x="280" y="2102"/>
                </a:lnTo>
                <a:lnTo>
                  <a:pt x="258" y="2149"/>
                </a:lnTo>
                <a:lnTo>
                  <a:pt x="241" y="2199"/>
                </a:lnTo>
                <a:lnTo>
                  <a:pt x="228" y="2248"/>
                </a:lnTo>
                <a:lnTo>
                  <a:pt x="220" y="2299"/>
                </a:lnTo>
                <a:lnTo>
                  <a:pt x="218" y="2350"/>
                </a:lnTo>
                <a:lnTo>
                  <a:pt x="220" y="2402"/>
                </a:lnTo>
                <a:lnTo>
                  <a:pt x="228" y="2452"/>
                </a:lnTo>
                <a:lnTo>
                  <a:pt x="241" y="2503"/>
                </a:lnTo>
                <a:lnTo>
                  <a:pt x="258" y="2551"/>
                </a:lnTo>
                <a:lnTo>
                  <a:pt x="280" y="2599"/>
                </a:lnTo>
                <a:lnTo>
                  <a:pt x="307" y="2644"/>
                </a:lnTo>
                <a:lnTo>
                  <a:pt x="341" y="2687"/>
                </a:lnTo>
                <a:lnTo>
                  <a:pt x="378" y="2728"/>
                </a:lnTo>
                <a:lnTo>
                  <a:pt x="419" y="2765"/>
                </a:lnTo>
                <a:lnTo>
                  <a:pt x="463" y="2796"/>
                </a:lnTo>
                <a:lnTo>
                  <a:pt x="509" y="2824"/>
                </a:lnTo>
                <a:lnTo>
                  <a:pt x="558" y="2846"/>
                </a:lnTo>
                <a:lnTo>
                  <a:pt x="608" y="2863"/>
                </a:lnTo>
                <a:lnTo>
                  <a:pt x="660" y="2874"/>
                </a:lnTo>
                <a:lnTo>
                  <a:pt x="711" y="2882"/>
                </a:lnTo>
                <a:lnTo>
                  <a:pt x="763" y="2885"/>
                </a:lnTo>
                <a:lnTo>
                  <a:pt x="816" y="2882"/>
                </a:lnTo>
                <a:lnTo>
                  <a:pt x="867" y="2874"/>
                </a:lnTo>
                <a:lnTo>
                  <a:pt x="919" y="2863"/>
                </a:lnTo>
                <a:lnTo>
                  <a:pt x="968" y="2846"/>
                </a:lnTo>
                <a:lnTo>
                  <a:pt x="1018" y="2824"/>
                </a:lnTo>
                <a:lnTo>
                  <a:pt x="1064" y="2796"/>
                </a:lnTo>
                <a:lnTo>
                  <a:pt x="1108" y="2765"/>
                </a:lnTo>
                <a:lnTo>
                  <a:pt x="1149" y="2728"/>
                </a:lnTo>
                <a:lnTo>
                  <a:pt x="2741" y="1187"/>
                </a:lnTo>
                <a:lnTo>
                  <a:pt x="2768" y="1158"/>
                </a:lnTo>
                <a:lnTo>
                  <a:pt x="2791" y="1125"/>
                </a:lnTo>
                <a:lnTo>
                  <a:pt x="2809" y="1091"/>
                </a:lnTo>
                <a:lnTo>
                  <a:pt x="2823" y="1055"/>
                </a:lnTo>
                <a:lnTo>
                  <a:pt x="2831" y="1018"/>
                </a:lnTo>
                <a:lnTo>
                  <a:pt x="2837" y="980"/>
                </a:lnTo>
                <a:lnTo>
                  <a:pt x="2837" y="942"/>
                </a:lnTo>
                <a:lnTo>
                  <a:pt x="2831" y="904"/>
                </a:lnTo>
                <a:lnTo>
                  <a:pt x="2823" y="867"/>
                </a:lnTo>
                <a:lnTo>
                  <a:pt x="2809" y="832"/>
                </a:lnTo>
                <a:lnTo>
                  <a:pt x="2791" y="797"/>
                </a:lnTo>
                <a:lnTo>
                  <a:pt x="2768" y="764"/>
                </a:lnTo>
                <a:lnTo>
                  <a:pt x="2741" y="734"/>
                </a:lnTo>
                <a:lnTo>
                  <a:pt x="2710" y="707"/>
                </a:lnTo>
                <a:lnTo>
                  <a:pt x="2677" y="685"/>
                </a:lnTo>
                <a:lnTo>
                  <a:pt x="2642" y="668"/>
                </a:lnTo>
                <a:lnTo>
                  <a:pt x="2605" y="654"/>
                </a:lnTo>
                <a:lnTo>
                  <a:pt x="2567" y="645"/>
                </a:lnTo>
                <a:lnTo>
                  <a:pt x="2528" y="641"/>
                </a:lnTo>
                <a:lnTo>
                  <a:pt x="2490" y="641"/>
                </a:lnTo>
                <a:lnTo>
                  <a:pt x="2452" y="645"/>
                </a:lnTo>
                <a:lnTo>
                  <a:pt x="2415" y="654"/>
                </a:lnTo>
                <a:lnTo>
                  <a:pt x="2377" y="668"/>
                </a:lnTo>
                <a:lnTo>
                  <a:pt x="2343" y="685"/>
                </a:lnTo>
                <a:lnTo>
                  <a:pt x="2309" y="707"/>
                </a:lnTo>
                <a:lnTo>
                  <a:pt x="2278" y="734"/>
                </a:lnTo>
                <a:lnTo>
                  <a:pt x="1082" y="1906"/>
                </a:lnTo>
                <a:lnTo>
                  <a:pt x="1062" y="1922"/>
                </a:lnTo>
                <a:lnTo>
                  <a:pt x="1040" y="1931"/>
                </a:lnTo>
                <a:lnTo>
                  <a:pt x="1017" y="1937"/>
                </a:lnTo>
                <a:lnTo>
                  <a:pt x="992" y="1937"/>
                </a:lnTo>
                <a:lnTo>
                  <a:pt x="969" y="1931"/>
                </a:lnTo>
                <a:lnTo>
                  <a:pt x="947" y="1922"/>
                </a:lnTo>
                <a:lnTo>
                  <a:pt x="927" y="1906"/>
                </a:lnTo>
                <a:lnTo>
                  <a:pt x="911" y="1887"/>
                </a:lnTo>
                <a:lnTo>
                  <a:pt x="900" y="1865"/>
                </a:lnTo>
                <a:lnTo>
                  <a:pt x="896" y="1842"/>
                </a:lnTo>
                <a:lnTo>
                  <a:pt x="896" y="1819"/>
                </a:lnTo>
                <a:lnTo>
                  <a:pt x="900" y="1796"/>
                </a:lnTo>
                <a:lnTo>
                  <a:pt x="911" y="1775"/>
                </a:lnTo>
                <a:lnTo>
                  <a:pt x="927" y="1755"/>
                </a:lnTo>
                <a:lnTo>
                  <a:pt x="2123" y="583"/>
                </a:lnTo>
                <a:lnTo>
                  <a:pt x="2165" y="546"/>
                </a:lnTo>
                <a:lnTo>
                  <a:pt x="2209" y="515"/>
                </a:lnTo>
                <a:lnTo>
                  <a:pt x="2255" y="488"/>
                </a:lnTo>
                <a:lnTo>
                  <a:pt x="2304" y="465"/>
                </a:lnTo>
                <a:lnTo>
                  <a:pt x="2354" y="449"/>
                </a:lnTo>
                <a:lnTo>
                  <a:pt x="2405" y="436"/>
                </a:lnTo>
                <a:lnTo>
                  <a:pt x="2457" y="429"/>
                </a:lnTo>
                <a:lnTo>
                  <a:pt x="2509" y="427"/>
                </a:lnTo>
                <a:lnTo>
                  <a:pt x="2562" y="429"/>
                </a:lnTo>
                <a:lnTo>
                  <a:pt x="2613" y="436"/>
                </a:lnTo>
                <a:lnTo>
                  <a:pt x="2665" y="449"/>
                </a:lnTo>
                <a:lnTo>
                  <a:pt x="2714" y="465"/>
                </a:lnTo>
                <a:lnTo>
                  <a:pt x="2763" y="488"/>
                </a:lnTo>
                <a:lnTo>
                  <a:pt x="2810" y="515"/>
                </a:lnTo>
                <a:lnTo>
                  <a:pt x="2854" y="546"/>
                </a:lnTo>
                <a:lnTo>
                  <a:pt x="2895" y="583"/>
                </a:lnTo>
                <a:lnTo>
                  <a:pt x="2932" y="623"/>
                </a:lnTo>
                <a:lnTo>
                  <a:pt x="2965" y="666"/>
                </a:lnTo>
                <a:lnTo>
                  <a:pt x="2993" y="713"/>
                </a:lnTo>
                <a:lnTo>
                  <a:pt x="3015" y="760"/>
                </a:lnTo>
                <a:lnTo>
                  <a:pt x="3032" y="809"/>
                </a:lnTo>
                <a:lnTo>
                  <a:pt x="3045" y="859"/>
                </a:lnTo>
                <a:lnTo>
                  <a:pt x="3053" y="910"/>
                </a:lnTo>
                <a:lnTo>
                  <a:pt x="3055" y="961"/>
                </a:lnTo>
                <a:lnTo>
                  <a:pt x="3053" y="1012"/>
                </a:lnTo>
                <a:lnTo>
                  <a:pt x="3045" y="1063"/>
                </a:lnTo>
                <a:lnTo>
                  <a:pt x="3032" y="1113"/>
                </a:lnTo>
                <a:lnTo>
                  <a:pt x="3015" y="1162"/>
                </a:lnTo>
                <a:lnTo>
                  <a:pt x="2993" y="1209"/>
                </a:lnTo>
                <a:lnTo>
                  <a:pt x="2965" y="1255"/>
                </a:lnTo>
                <a:lnTo>
                  <a:pt x="2932" y="1298"/>
                </a:lnTo>
                <a:lnTo>
                  <a:pt x="2895" y="1339"/>
                </a:lnTo>
                <a:lnTo>
                  <a:pt x="1303" y="2879"/>
                </a:lnTo>
                <a:lnTo>
                  <a:pt x="1255" y="2923"/>
                </a:lnTo>
                <a:lnTo>
                  <a:pt x="1203" y="2962"/>
                </a:lnTo>
                <a:lnTo>
                  <a:pt x="1150" y="2995"/>
                </a:lnTo>
                <a:lnTo>
                  <a:pt x="1094" y="3025"/>
                </a:lnTo>
                <a:lnTo>
                  <a:pt x="1036" y="3049"/>
                </a:lnTo>
                <a:lnTo>
                  <a:pt x="977" y="3068"/>
                </a:lnTo>
                <a:lnTo>
                  <a:pt x="917" y="3083"/>
                </a:lnTo>
                <a:lnTo>
                  <a:pt x="855" y="3092"/>
                </a:lnTo>
                <a:lnTo>
                  <a:pt x="794" y="3097"/>
                </a:lnTo>
                <a:lnTo>
                  <a:pt x="733" y="3097"/>
                </a:lnTo>
                <a:lnTo>
                  <a:pt x="671" y="3092"/>
                </a:lnTo>
                <a:lnTo>
                  <a:pt x="609" y="3083"/>
                </a:lnTo>
                <a:lnTo>
                  <a:pt x="549" y="3068"/>
                </a:lnTo>
                <a:lnTo>
                  <a:pt x="490" y="3049"/>
                </a:lnTo>
                <a:lnTo>
                  <a:pt x="433" y="3025"/>
                </a:lnTo>
                <a:lnTo>
                  <a:pt x="377" y="2995"/>
                </a:lnTo>
                <a:lnTo>
                  <a:pt x="323" y="2962"/>
                </a:lnTo>
                <a:lnTo>
                  <a:pt x="272" y="2923"/>
                </a:lnTo>
                <a:lnTo>
                  <a:pt x="224" y="2879"/>
                </a:lnTo>
                <a:lnTo>
                  <a:pt x="178" y="2832"/>
                </a:lnTo>
                <a:lnTo>
                  <a:pt x="139" y="2782"/>
                </a:lnTo>
                <a:lnTo>
                  <a:pt x="104" y="2729"/>
                </a:lnTo>
                <a:lnTo>
                  <a:pt x="75" y="2674"/>
                </a:lnTo>
                <a:lnTo>
                  <a:pt x="51" y="2617"/>
                </a:lnTo>
                <a:lnTo>
                  <a:pt x="30" y="2560"/>
                </a:lnTo>
                <a:lnTo>
                  <a:pt x="15" y="2501"/>
                </a:lnTo>
                <a:lnTo>
                  <a:pt x="5" y="2441"/>
                </a:lnTo>
                <a:lnTo>
                  <a:pt x="0" y="2381"/>
                </a:lnTo>
                <a:lnTo>
                  <a:pt x="0" y="2321"/>
                </a:lnTo>
                <a:lnTo>
                  <a:pt x="5" y="2260"/>
                </a:lnTo>
                <a:lnTo>
                  <a:pt x="15" y="2200"/>
                </a:lnTo>
                <a:lnTo>
                  <a:pt x="30" y="2141"/>
                </a:lnTo>
                <a:lnTo>
                  <a:pt x="51" y="2083"/>
                </a:lnTo>
                <a:lnTo>
                  <a:pt x="75" y="2027"/>
                </a:lnTo>
                <a:lnTo>
                  <a:pt x="104" y="1972"/>
                </a:lnTo>
                <a:lnTo>
                  <a:pt x="139" y="1920"/>
                </a:lnTo>
                <a:lnTo>
                  <a:pt x="178" y="1869"/>
                </a:lnTo>
                <a:lnTo>
                  <a:pt x="224" y="1822"/>
                </a:lnTo>
                <a:lnTo>
                  <a:pt x="1815" y="281"/>
                </a:lnTo>
                <a:lnTo>
                  <a:pt x="1872" y="230"/>
                </a:lnTo>
                <a:lnTo>
                  <a:pt x="1931" y="183"/>
                </a:lnTo>
                <a:lnTo>
                  <a:pt x="1992" y="143"/>
                </a:lnTo>
                <a:lnTo>
                  <a:pt x="2057" y="108"/>
                </a:lnTo>
                <a:lnTo>
                  <a:pt x="2123" y="76"/>
                </a:lnTo>
                <a:lnTo>
                  <a:pt x="2191" y="51"/>
                </a:lnTo>
                <a:lnTo>
                  <a:pt x="2261" y="31"/>
                </a:lnTo>
                <a:lnTo>
                  <a:pt x="2331" y="15"/>
                </a:lnTo>
                <a:lnTo>
                  <a:pt x="2402" y="5"/>
                </a:lnTo>
                <a:lnTo>
                  <a:pt x="2474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4" name="그림 3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154918BD-9042-4E14-A5DB-D21DCDEFFA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0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"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100000">
              <a:schemeClr val="accent5">
                <a:lumMod val="50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E5F3DA1D-E7F3-4A9A-891F-EA34F7D33E92}"/>
              </a:ext>
            </a:extLst>
          </p:cNvPr>
          <p:cNvSpPr txBox="1"/>
          <p:nvPr userDrawn="1"/>
        </p:nvSpPr>
        <p:spPr>
          <a:xfrm>
            <a:off x="2516702" y="2018399"/>
            <a:ext cx="7158596" cy="1582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200" b="1" spc="-100" baseline="0" dirty="0">
                <a:solidFill>
                  <a:prstClr val="white"/>
                </a:solidFill>
                <a:latin typeface="Arial Black" panose="020B0A04020102020204" pitchFamily="34" charset="0"/>
                <a:ea typeface="Verdana" panose="020B0604030504040204" pitchFamily="34" charset="0"/>
                <a:cs typeface="Aharoni" panose="02010803020104030203" pitchFamily="2" charset="-79"/>
              </a:rPr>
              <a:t>Thank you</a:t>
            </a:r>
            <a:endParaRPr lang="ko-KR" altLang="en-US" sz="7200" b="1" spc="-100" baseline="0" dirty="0">
              <a:solidFill>
                <a:prstClr val="white"/>
              </a:solidFill>
              <a:latin typeface="Arial Black" panose="020B0A04020102020204" pitchFamily="34" charset="0"/>
              <a:ea typeface="HY견고딕" panose="02030600000101010101" pitchFamily="18" charset="-127"/>
              <a:cs typeface="Aharoni" panose="02010803020104030203" pitchFamily="2" charset="-79"/>
            </a:endParaRPr>
          </a:p>
        </p:txBody>
      </p:sp>
      <p:pic>
        <p:nvPicPr>
          <p:cNvPr id="29" name="그래픽 28" descr="악수">
            <a:extLst>
              <a:ext uri="{FF2B5EF4-FFF2-40B4-BE49-F238E27FC236}">
                <a16:creationId xmlns:a16="http://schemas.microsoft.com/office/drawing/2014/main" id="{B929F671-0DE5-4FD4-8432-3442766E9E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3535" y="3750875"/>
            <a:ext cx="1604930" cy="1604930"/>
          </a:xfrm>
          <a:prstGeom prst="rect">
            <a:avLst/>
          </a:prstGeom>
        </p:spPr>
      </p:pic>
      <p:pic>
        <p:nvPicPr>
          <p:cNvPr id="3" name="그림 2" descr="전자기기, 회로이(가) 표시된 사진&#10;&#10;자동 생성된 설명">
            <a:extLst>
              <a:ext uri="{FF2B5EF4-FFF2-40B4-BE49-F238E27FC236}">
                <a16:creationId xmlns:a16="http://schemas.microsoft.com/office/drawing/2014/main" id="{1D974BAC-B1D4-4A07-99BF-C970708578B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73385"/>
            <a:ext cx="5881904" cy="560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87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474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78" r:id="rId3"/>
    <p:sldLayoutId id="2147483672" r:id="rId4"/>
    <p:sldLayoutId id="2147483677" r:id="rId5"/>
    <p:sldLayoutId id="2147483679" r:id="rId6"/>
    <p:sldLayoutId id="2147483674" r:id="rId7"/>
    <p:sldLayoutId id="2147483676" r:id="rId8"/>
    <p:sldLayoutId id="2147483675" r:id="rId9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EAB92A7-C39E-49A1-AA38-1BD632EC6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Active pen MPP2.0</a:t>
            </a:r>
            <a:br>
              <a:rPr lang="en-US" altLang="ko-KR" dirty="0"/>
            </a:br>
            <a:r>
              <a:rPr lang="en-US" altLang="ko-KR" sz="2400" dirty="0"/>
              <a:t>Signal types analysis and Detecting part proposal.</a:t>
            </a:r>
            <a:endParaRPr lang="ko-KR" altLang="en-US" sz="2400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D957C0C-0516-459C-A669-05FB78335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SoC/ </a:t>
            </a:r>
            <a:r>
              <a:rPr lang="en-US" altLang="ko-KR" dirty="0" err="1"/>
              <a:t>mducng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G2touch </a:t>
            </a:r>
            <a:r>
              <a:rPr lang="ko-KR" altLang="en-US" dirty="0"/>
              <a:t>개발센터</a:t>
            </a:r>
          </a:p>
          <a:p>
            <a:r>
              <a:rPr lang="en-US" altLang="ko-KR" dirty="0"/>
              <a:t>2021. 2. x.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6258DE-0E6A-4BFF-8792-60684BD10B31}"/>
              </a:ext>
            </a:extLst>
          </p:cNvPr>
          <p:cNvSpPr/>
          <p:nvPr/>
        </p:nvSpPr>
        <p:spPr>
          <a:xfrm>
            <a:off x="5570381" y="5126427"/>
            <a:ext cx="6270548" cy="1415512"/>
          </a:xfrm>
          <a:prstGeom prst="rect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ko-KR" altLang="ko-KR" sz="1100" b="1" dirty="0">
                <a:latin typeface="+mj-lt"/>
                <a:ea typeface="맑은 고딕" panose="020B0503020000020004" pitchFamily="50" charset="-127"/>
              </a:rPr>
              <a:t>귀사에서 요청하신 본 기술자료는</a:t>
            </a:r>
            <a:r>
              <a:rPr lang="en-US" altLang="ko-KR" sz="1100" b="1" dirty="0">
                <a:latin typeface="+mj-lt"/>
                <a:ea typeface="맑은 고딕" panose="020B0503020000020004" pitchFamily="50" charset="-127"/>
              </a:rPr>
              <a:t> ?????</a:t>
            </a:r>
            <a:r>
              <a:rPr lang="ko-KR" altLang="ko-KR" sz="1100" b="1" dirty="0">
                <a:latin typeface="+mj-lt"/>
                <a:ea typeface="맑은 고딕" panose="020B0503020000020004" pitchFamily="50" charset="-127"/>
              </a:rPr>
              <a:t> 과제의 </a:t>
            </a:r>
            <a:r>
              <a:rPr lang="ko-KR" altLang="en-US" sz="1100" b="1" dirty="0">
                <a:latin typeface="+mj-lt"/>
                <a:ea typeface="맑은 고딕" panose="020B0503020000020004" pitchFamily="50" charset="-127"/>
              </a:rPr>
              <a:t>소개를</a:t>
            </a:r>
            <a:r>
              <a:rPr lang="ko-KR" altLang="ko-KR" sz="1100" b="1" dirty="0">
                <a:latin typeface="+mj-lt"/>
                <a:ea typeface="맑은 고딕" panose="020B0503020000020004" pitchFamily="50" charset="-127"/>
              </a:rPr>
              <a:t> 위한 목적의 범위에서</a:t>
            </a:r>
            <a:r>
              <a:rPr lang="en-US" altLang="ko-KR" sz="1100" b="1" dirty="0">
                <a:latin typeface="+mj-lt"/>
                <a:ea typeface="맑은 고딕" panose="020B0503020000020004" pitchFamily="50" charset="-127"/>
              </a:rPr>
              <a:t> ???</a:t>
            </a:r>
            <a:r>
              <a:rPr lang="ko-KR" altLang="en-US" sz="1100" b="1" dirty="0">
                <a:latin typeface="+mj-lt"/>
                <a:ea typeface="맑은 고딕" panose="020B0503020000020004" pitchFamily="50" charset="-127"/>
              </a:rPr>
              <a:t>사와 </a:t>
            </a:r>
            <a:r>
              <a:rPr lang="en-US" altLang="ko-KR" sz="1100" b="1" dirty="0">
                <a:latin typeface="+mj-lt"/>
                <a:ea typeface="맑은 고딕" panose="020B0503020000020004" pitchFamily="50" charset="-127"/>
              </a:rPr>
              <a:t>G2touch </a:t>
            </a:r>
            <a:r>
              <a:rPr lang="ko-KR" altLang="ko-KR" sz="1100" b="1" dirty="0">
                <a:latin typeface="+mj-lt"/>
                <a:ea typeface="맑은 고딕" panose="020B0503020000020004" pitchFamily="50" charset="-127"/>
              </a:rPr>
              <a:t>사이의 미팅</a:t>
            </a:r>
            <a:r>
              <a:rPr lang="en-US" altLang="ko-KR" sz="1100" b="1" dirty="0"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ko-KR" sz="1100" b="1" dirty="0">
                <a:latin typeface="+mj-lt"/>
                <a:ea typeface="맑은 고딕" panose="020B0503020000020004" pitchFamily="50" charset="-127"/>
              </a:rPr>
              <a:t>회의에 한정하여 그 회의 장소에서 허용된 참가자 사이의 목적 달성을 위한 리뷰의 범위에서만 사용되는 것에 동의합니다</a:t>
            </a:r>
            <a:r>
              <a:rPr lang="en-US" altLang="ko-KR" sz="1100" b="1" dirty="0">
                <a:latin typeface="+mj-lt"/>
                <a:ea typeface="맑은 고딕" panose="020B0503020000020004" pitchFamily="50" charset="-127"/>
              </a:rPr>
              <a:t>. </a:t>
            </a:r>
            <a:endParaRPr lang="ko-KR" altLang="ko-KR" sz="1100" b="1" dirty="0">
              <a:latin typeface="+mj-lt"/>
              <a:ea typeface="맑은 고딕" panose="020B0503020000020004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ko-KR" sz="1100" b="1" dirty="0">
                <a:latin typeface="+mj-lt"/>
                <a:ea typeface="맑은 고딕" panose="020B0503020000020004" pitchFamily="50" charset="-127"/>
              </a:rPr>
              <a:t>그 이외의 장소에서 허용된 목적 및 기술자료제공 회사와 합의된 사용범위를 벗어나 제공될 수 없으며</a:t>
            </a:r>
            <a:r>
              <a:rPr lang="en-US" altLang="ko-KR" sz="1100" b="1" dirty="0"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ko-KR" sz="1100" b="1" dirty="0">
                <a:latin typeface="+mj-lt"/>
                <a:ea typeface="맑은 고딕" panose="020B0503020000020004" pitchFamily="50" charset="-127"/>
              </a:rPr>
              <a:t>기술자료제공회사는 이러한 목적 및 사용범위</a:t>
            </a:r>
            <a:r>
              <a:rPr lang="en-US" altLang="ko-KR" sz="1100" b="1" dirty="0">
                <a:latin typeface="+mj-lt"/>
                <a:ea typeface="맑은 고딕" panose="020B0503020000020004" pitchFamily="50" charset="-127"/>
              </a:rPr>
              <a:t>, </a:t>
            </a:r>
            <a:r>
              <a:rPr lang="ko-KR" altLang="ko-KR" sz="1100" b="1" dirty="0">
                <a:latin typeface="+mj-lt"/>
                <a:ea typeface="맑은 고딕" panose="020B0503020000020004" pitchFamily="50" charset="-127"/>
              </a:rPr>
              <a:t>장소가 준수되는 것을 조건으로 하여 기술자료를</a:t>
            </a:r>
            <a:r>
              <a:rPr lang="en-US" altLang="ko-KR" sz="1100" b="1" dirty="0">
                <a:latin typeface="+mj-lt"/>
                <a:ea typeface="맑은 고딕" panose="020B0503020000020004" pitchFamily="50" charset="-127"/>
              </a:rPr>
              <a:t> ???</a:t>
            </a:r>
            <a:r>
              <a:rPr lang="ko-KR" altLang="ko-KR" sz="1100" b="1" dirty="0">
                <a:latin typeface="+mj-lt"/>
                <a:ea typeface="맑은 고딕" panose="020B0503020000020004" pitchFamily="50" charset="-127"/>
              </a:rPr>
              <a:t>사에 제공합니다</a:t>
            </a:r>
            <a:r>
              <a:rPr lang="en-US" altLang="ko-KR" sz="1100" b="1" dirty="0">
                <a:latin typeface="+mj-lt"/>
                <a:ea typeface="맑은 고딕" panose="020B0503020000020004" pitchFamily="50" charset="-127"/>
              </a:rPr>
              <a:t>.  </a:t>
            </a:r>
            <a:endParaRPr lang="ko-KR" altLang="ko-KR" sz="1100" b="1" dirty="0"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946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21AE258-0D99-4E53-921E-0CACCCF2C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System model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BBCB86-B8DD-4D87-BEB3-9346D782CAE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ko-KR" dirty="0"/>
              <a:t>Signal types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E04D00-4D93-4675-BFCA-C23B8D17950F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altLang="ko-KR" dirty="0"/>
              <a:t>MPP2.0 signal specification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21A3D3E-209E-46EE-B2F1-A29026C418E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738222" y="3436431"/>
            <a:ext cx="7671760" cy="863996"/>
          </a:xfrm>
        </p:spPr>
        <p:txBody>
          <a:bodyPr/>
          <a:lstStyle/>
          <a:p>
            <a:r>
              <a:rPr lang="en-US" altLang="ko-KR" dirty="0"/>
              <a:t>Detecting modules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A6B02E8-D8F1-4B60-B341-B406F88AB9B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805F7EE-D398-4A51-88D1-9DF3E7AA34C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86FCE00-B72F-406F-A979-8F89165B4C7B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10029412-20EF-4D39-9255-CEB54E02AC81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0090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model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5B041601-35F9-43BF-A6E1-D766307C9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0" y="1092869"/>
            <a:ext cx="5690870" cy="5162861"/>
          </a:xfrm>
        </p:spPr>
        <p:txBody>
          <a:bodyPr/>
          <a:lstStyle/>
          <a:p>
            <a:r>
              <a:rPr lang="en-US" altLang="ko-KR" sz="1600" dirty="0">
                <a:latin typeface="Abadi" panose="020B0604020104020204" pitchFamily="34" charset="0"/>
              </a:rPr>
              <a:t>Active pen MPP2.01</a:t>
            </a:r>
          </a:p>
          <a:p>
            <a:pPr lvl="1"/>
            <a:r>
              <a:rPr lang="en-US" altLang="ko-KR" dirty="0">
                <a:latin typeface="Abadi" panose="020B0604020104020204" pitchFamily="34" charset="0"/>
              </a:rPr>
              <a:t>One-way communication</a:t>
            </a:r>
          </a:p>
          <a:p>
            <a:endParaRPr lang="en-US" altLang="ko-KR" sz="1600" dirty="0">
              <a:latin typeface="Abadi" panose="020B0604020104020204" pitchFamily="34" charset="0"/>
            </a:endParaRPr>
          </a:p>
          <a:p>
            <a:r>
              <a:rPr lang="en-US" altLang="ko-KR" sz="1600" dirty="0">
                <a:latin typeface="Abadi" panose="020B0604020104020204" pitchFamily="34" charset="0"/>
              </a:rPr>
              <a:t>Touch screen panel</a:t>
            </a:r>
          </a:p>
          <a:p>
            <a:pPr marL="457200" lvl="1" indent="0">
              <a:buNone/>
            </a:pPr>
            <a:endParaRPr lang="en-US" altLang="ko-KR" dirty="0">
              <a:latin typeface="Abadi" panose="020B0604020104020204" pitchFamily="34" charset="0"/>
            </a:endParaRPr>
          </a:p>
          <a:p>
            <a:r>
              <a:rPr lang="en-US" altLang="ko-KR" sz="1600" dirty="0">
                <a:latin typeface="Abadi" panose="020B0604020104020204" pitchFamily="34" charset="0"/>
              </a:rPr>
              <a:t>Touch screen controller </a:t>
            </a:r>
          </a:p>
          <a:p>
            <a:pPr lvl="1"/>
            <a:r>
              <a:rPr lang="en-US" altLang="ko-KR" b="0" dirty="0">
                <a:latin typeface="Abadi" panose="020B0604020104020204" pitchFamily="34" charset="0"/>
              </a:rPr>
              <a:t>Detect module for active pen</a:t>
            </a:r>
            <a:endParaRPr lang="en-US" altLang="ko-KR" dirty="0">
              <a:latin typeface="Abadi" panose="020B0604020104020204" pitchFamily="34" charset="0"/>
            </a:endParaRPr>
          </a:p>
          <a:p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0F8B49F-4AB2-498D-AA6E-6C8D87A3CD3D}"/>
              </a:ext>
            </a:extLst>
          </p:cNvPr>
          <p:cNvGrpSpPr/>
          <p:nvPr/>
        </p:nvGrpSpPr>
        <p:grpSpPr>
          <a:xfrm>
            <a:off x="836498" y="1545461"/>
            <a:ext cx="3200881" cy="4257675"/>
            <a:chOff x="321437" y="1638301"/>
            <a:chExt cx="3200881" cy="4257675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F8544BF-58F0-426F-8E50-B89D4DA8B6A5}"/>
                </a:ext>
              </a:extLst>
            </p:cNvPr>
            <p:cNvGrpSpPr/>
            <p:nvPr/>
          </p:nvGrpSpPr>
          <p:grpSpPr>
            <a:xfrm>
              <a:off x="321438" y="1638301"/>
              <a:ext cx="3200880" cy="4071995"/>
              <a:chOff x="511140" y="2074509"/>
              <a:chExt cx="3200880" cy="3721511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7D64E8E3-13C0-42CA-A50A-AF949FE41B96}"/>
                  </a:ext>
                </a:extLst>
              </p:cNvPr>
              <p:cNvGrpSpPr/>
              <p:nvPr/>
            </p:nvGrpSpPr>
            <p:grpSpPr>
              <a:xfrm>
                <a:off x="511140" y="3692596"/>
                <a:ext cx="3200880" cy="2103424"/>
                <a:chOff x="511140" y="3808006"/>
                <a:chExt cx="3200880" cy="2103424"/>
              </a:xfrm>
            </p:grpSpPr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F86E055A-7B52-489E-8B7F-7527275F0A76}"/>
                    </a:ext>
                  </a:extLst>
                </p:cNvPr>
                <p:cNvGrpSpPr/>
                <p:nvPr/>
              </p:nvGrpSpPr>
              <p:grpSpPr>
                <a:xfrm>
                  <a:off x="511140" y="3808006"/>
                  <a:ext cx="3200880" cy="1586588"/>
                  <a:chOff x="281121" y="4309812"/>
                  <a:chExt cx="3200880" cy="1586588"/>
                </a:xfrm>
              </p:grpSpPr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DF343BD4-832E-4342-B185-4EA4E7F8DF14}"/>
                      </a:ext>
                    </a:extLst>
                  </p:cNvPr>
                  <p:cNvSpPr/>
                  <p:nvPr/>
                </p:nvSpPr>
                <p:spPr>
                  <a:xfrm>
                    <a:off x="281121" y="4645109"/>
                    <a:ext cx="3200880" cy="307695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  <a:latin typeface="맑은 고딕 (Body)"/>
                        <a:cs typeface="Times" panose="02020603050405020304" pitchFamily="18" charset="0"/>
                      </a:rPr>
                      <a:t>TOUCH SCREEN PANEL</a:t>
                    </a:r>
                  </a:p>
                </p:txBody>
              </p:sp>
              <p:sp>
                <p:nvSpPr>
                  <p:cNvPr id="67" name="Rectangle 66">
                    <a:extLst>
                      <a:ext uri="{FF2B5EF4-FFF2-40B4-BE49-F238E27FC236}">
                        <a16:creationId xmlns:a16="http://schemas.microsoft.com/office/drawing/2014/main" id="{70F20C81-E17A-4A3A-BBBF-B73921DBB765}"/>
                      </a:ext>
                    </a:extLst>
                  </p:cNvPr>
                  <p:cNvSpPr/>
                  <p:nvPr/>
                </p:nvSpPr>
                <p:spPr>
                  <a:xfrm>
                    <a:off x="497739" y="5207531"/>
                    <a:ext cx="1213007" cy="6888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READOUT</a:t>
                    </a:r>
                  </a:p>
                  <a:p>
                    <a:pPr algn="ctr"/>
                    <a:r>
                      <a:rPr lang="en-US" sz="1200" dirty="0">
                        <a:solidFill>
                          <a:schemeClr val="tx1"/>
                        </a:solidFill>
                      </a:rPr>
                      <a:t>module</a:t>
                    </a:r>
                  </a:p>
                </p:txBody>
              </p:sp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8C03ACD0-7B7A-4969-8723-433417F913A1}"/>
                      </a:ext>
                    </a:extLst>
                  </p:cNvPr>
                  <p:cNvSpPr/>
                  <p:nvPr/>
                </p:nvSpPr>
                <p:spPr>
                  <a:xfrm>
                    <a:off x="1989660" y="5207531"/>
                    <a:ext cx="1213007" cy="688869"/>
                  </a:xfrm>
                  <a:prstGeom prst="rect">
                    <a:avLst/>
                  </a:prstGeom>
                  <a:noFill/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DETECT </a:t>
                    </a:r>
                  </a:p>
                  <a:p>
                    <a:pPr algn="ctr"/>
                    <a:r>
                      <a:rPr lang="en-US" sz="12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rPr>
                      <a:t>module</a:t>
                    </a:r>
                  </a:p>
                </p:txBody>
              </p: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CF5E22B1-5851-4F63-9394-91ABC967DD6F}"/>
                      </a:ext>
                    </a:extLst>
                  </p:cNvPr>
                  <p:cNvCxnSpPr>
                    <a:cxnSpLocks/>
                    <a:stCxn id="67" idx="0"/>
                  </p:cNvCxnSpPr>
                  <p:nvPr/>
                </p:nvCxnSpPr>
                <p:spPr>
                  <a:xfrm flipV="1">
                    <a:off x="1104243" y="4952804"/>
                    <a:ext cx="0" cy="254727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4EDB239C-135D-48E7-AC7C-7DFFA385F7FB}"/>
                      </a:ext>
                    </a:extLst>
                  </p:cNvPr>
                  <p:cNvCxnSpPr>
                    <a:cxnSpLocks/>
                    <a:stCxn id="67" idx="3"/>
                    <a:endCxn id="68" idx="1"/>
                  </p:cNvCxnSpPr>
                  <p:nvPr/>
                </p:nvCxnSpPr>
                <p:spPr>
                  <a:xfrm>
                    <a:off x="1710746" y="5551966"/>
                    <a:ext cx="27891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Arrow Connector 70">
                    <a:extLst>
                      <a:ext uri="{FF2B5EF4-FFF2-40B4-BE49-F238E27FC236}">
                        <a16:creationId xmlns:a16="http://schemas.microsoft.com/office/drawing/2014/main" id="{ADF40C02-B479-4BE9-A04A-34EA73DF29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81560" y="4309812"/>
                    <a:ext cx="0" cy="311234"/>
                  </a:xfrm>
                  <a:prstGeom prst="straightConnector1">
                    <a:avLst/>
                  </a:prstGeom>
                  <a:ln w="12700" cap="flat" cmpd="sng" algn="ctr">
                    <a:solidFill>
                      <a:schemeClr val="dk1"/>
                    </a:solidFill>
                    <a:prstDash val="dash"/>
                    <a:round/>
                    <a:headEnd type="none" w="med" len="med"/>
                    <a:tailEnd type="arrow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1066D2E6-7173-4552-B534-162E5C1AA21B}"/>
                    </a:ext>
                  </a:extLst>
                </p:cNvPr>
                <p:cNvSpPr/>
                <p:nvPr/>
              </p:nvSpPr>
              <p:spPr>
                <a:xfrm>
                  <a:off x="727758" y="5580700"/>
                  <a:ext cx="2704923" cy="330730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PROCESSOR</a:t>
                  </a:r>
                </a:p>
              </p:txBody>
            </p: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41C442F3-1053-4ADC-BF87-99D8423EAC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62862" y="5394595"/>
                  <a:ext cx="0" cy="18610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D81494B0-30BB-4991-9435-ABF8B74641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72626" y="5394594"/>
                  <a:ext cx="0" cy="18610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2F1A80EE-FD6C-4A6E-89C9-DD2A37DE63D4}"/>
                  </a:ext>
                </a:extLst>
              </p:cNvPr>
              <p:cNvGrpSpPr/>
              <p:nvPr/>
            </p:nvGrpSpPr>
            <p:grpSpPr>
              <a:xfrm>
                <a:off x="2605305" y="2074509"/>
                <a:ext cx="161234" cy="1559896"/>
                <a:chOff x="6013229" y="3313851"/>
                <a:chExt cx="161234" cy="1559896"/>
              </a:xfrm>
            </p:grpSpPr>
            <p:sp>
              <p:nvSpPr>
                <p:cNvPr id="49" name="Callout: Left Arrow 48">
                  <a:extLst>
                    <a:ext uri="{FF2B5EF4-FFF2-40B4-BE49-F238E27FC236}">
                      <a16:creationId xmlns:a16="http://schemas.microsoft.com/office/drawing/2014/main" id="{D6F95660-1401-437B-85CB-D74D2B3F52DC}"/>
                    </a:ext>
                  </a:extLst>
                </p:cNvPr>
                <p:cNvSpPr/>
                <p:nvPr/>
              </p:nvSpPr>
              <p:spPr>
                <a:xfrm rot="16200000">
                  <a:off x="5342447" y="4041736"/>
                  <a:ext cx="1502798" cy="161224"/>
                </a:xfrm>
                <a:prstGeom prst="leftArrowCallout">
                  <a:avLst>
                    <a:gd name="adj1" fmla="val 25000"/>
                    <a:gd name="adj2" fmla="val 25000"/>
                    <a:gd name="adj3" fmla="val 25000"/>
                    <a:gd name="adj4" fmla="val 86077"/>
                  </a:avLst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endParaRPr>
                </a:p>
              </p:txBody>
            </p:sp>
            <p:sp>
              <p:nvSpPr>
                <p:cNvPr id="55" name="Hexagon 54">
                  <a:extLst>
                    <a:ext uri="{FF2B5EF4-FFF2-40B4-BE49-F238E27FC236}">
                      <a16:creationId xmlns:a16="http://schemas.microsoft.com/office/drawing/2014/main" id="{12AB742C-B851-4F43-B1FA-2EA966DE062E}"/>
                    </a:ext>
                  </a:extLst>
                </p:cNvPr>
                <p:cNvSpPr/>
                <p:nvPr/>
              </p:nvSpPr>
              <p:spPr>
                <a:xfrm>
                  <a:off x="6013238" y="3313851"/>
                  <a:ext cx="161225" cy="89363"/>
                </a:xfrm>
                <a:prstGeom prst="hexagon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Diamond 56">
                  <a:extLst>
                    <a:ext uri="{FF2B5EF4-FFF2-40B4-BE49-F238E27FC236}">
                      <a16:creationId xmlns:a16="http://schemas.microsoft.com/office/drawing/2014/main" id="{70961E12-841B-4D2E-B538-322420ADE9CF}"/>
                    </a:ext>
                  </a:extLst>
                </p:cNvPr>
                <p:cNvSpPr/>
                <p:nvPr/>
              </p:nvSpPr>
              <p:spPr>
                <a:xfrm>
                  <a:off x="6036492" y="4151374"/>
                  <a:ext cx="114716" cy="172401"/>
                </a:xfrm>
                <a:prstGeom prst="diamond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Diamond 58">
                  <a:extLst>
                    <a:ext uri="{FF2B5EF4-FFF2-40B4-BE49-F238E27FC236}">
                      <a16:creationId xmlns:a16="http://schemas.microsoft.com/office/drawing/2014/main" id="{1A0CB28F-8051-4ADF-A2A1-8910B1AE0527}"/>
                    </a:ext>
                  </a:extLst>
                </p:cNvPr>
                <p:cNvSpPr/>
                <p:nvPr/>
              </p:nvSpPr>
              <p:spPr>
                <a:xfrm>
                  <a:off x="6036492" y="4315589"/>
                  <a:ext cx="114716" cy="172401"/>
                </a:xfrm>
                <a:prstGeom prst="diamond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00CD0A53-8B02-486B-A48F-9E70EF147200}"/>
                    </a:ext>
                  </a:extLst>
                </p:cNvPr>
                <p:cNvSpPr/>
                <p:nvPr/>
              </p:nvSpPr>
              <p:spPr>
                <a:xfrm>
                  <a:off x="6013229" y="4606010"/>
                  <a:ext cx="161225" cy="46195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3BAA65C-38BF-4429-97E4-86FE2BD4FAB3}"/>
                </a:ext>
              </a:extLst>
            </p:cNvPr>
            <p:cNvSpPr/>
            <p:nvPr/>
          </p:nvSpPr>
          <p:spPr>
            <a:xfrm>
              <a:off x="321437" y="4305113"/>
              <a:ext cx="3200881" cy="159086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4" name="Picture 83">
            <a:extLst>
              <a:ext uri="{FF2B5EF4-FFF2-40B4-BE49-F238E27FC236}">
                <a16:creationId xmlns:a16="http://schemas.microsoft.com/office/drawing/2014/main" id="{3CA2BD8E-57D7-4EA8-A365-61AD595F7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217850" y="2390452"/>
            <a:ext cx="883539" cy="92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719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model</a:t>
            </a:r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5B041601-35F9-43BF-A6E1-D766307C9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27" y="1163783"/>
            <a:ext cx="3760685" cy="4932218"/>
          </a:xfrm>
        </p:spPr>
        <p:txBody>
          <a:bodyPr/>
          <a:lstStyle/>
          <a:p>
            <a:r>
              <a:rPr lang="en-US" altLang="ko-KR" sz="2000" dirty="0">
                <a:latin typeface="Abadi" panose="020B0604020104020204" pitchFamily="34" charset="0"/>
              </a:rPr>
              <a:t>One-way communication</a:t>
            </a:r>
          </a:p>
          <a:p>
            <a:pPr lvl="1"/>
            <a:r>
              <a:rPr lang="en-US" altLang="ko-KR" sz="1400" b="0" dirty="0">
                <a:latin typeface="Abadi" panose="020B0604020104020204" pitchFamily="34" charset="0"/>
              </a:rPr>
              <a:t>(bit </a:t>
            </a:r>
            <a:r>
              <a:rPr lang="en-US" altLang="ko-KR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r>
              <a:rPr lang="en-US" altLang="ko-KR" sz="1400" b="0" dirty="0">
                <a:latin typeface="Abadi" panose="020B0604020104020204" pitchFamily="34" charset="0"/>
              </a:rPr>
              <a:t> symbol) </a:t>
            </a:r>
            <a:r>
              <a:rPr lang="en-US" altLang="ko-KR" sz="1400" b="0" dirty="0">
                <a:latin typeface="Abadi" panose="020B0604020104020204" pitchFamily="34" charset="0"/>
                <a:sym typeface="Wingdings" panose="05000000000000000000" pitchFamily="2" charset="2"/>
              </a:rPr>
              <a:t> </a:t>
            </a:r>
            <a:r>
              <a:rPr lang="en-US" altLang="ko-KR" sz="1400" b="0" dirty="0">
                <a:latin typeface="Abadi" panose="020B0604020104020204" pitchFamily="34" charset="0"/>
              </a:rPr>
              <a:t>frame</a:t>
            </a:r>
          </a:p>
          <a:p>
            <a:pPr lvl="1"/>
            <a:endParaRPr lang="en-US" altLang="ko-KR" sz="1400" dirty="0">
              <a:latin typeface="Abadi" panose="020B0604020104020204" pitchFamily="34" charset="0"/>
            </a:endParaRPr>
          </a:p>
          <a:p>
            <a:pPr lvl="1"/>
            <a:r>
              <a:rPr lang="en-US" altLang="ko-KR" sz="1400" dirty="0">
                <a:latin typeface="Abadi" panose="020B0604020104020204" pitchFamily="34" charset="0"/>
              </a:rPr>
              <a:t>Data: HF, LF</a:t>
            </a:r>
          </a:p>
          <a:p>
            <a:pPr lvl="1"/>
            <a:endParaRPr lang="en-US" altLang="ko-KR" sz="1400" dirty="0">
              <a:latin typeface="Abadi" panose="020B0604020104020204" pitchFamily="34" charset="0"/>
            </a:endParaRPr>
          </a:p>
          <a:p>
            <a:pPr lvl="1"/>
            <a:r>
              <a:rPr lang="en-US" altLang="ko-KR" sz="1400" dirty="0">
                <a:latin typeface="Abadi" panose="020B0604020104020204" pitchFamily="34" charset="0"/>
              </a:rPr>
              <a:t>Pressure: HF, LF</a:t>
            </a:r>
            <a:endParaRPr lang="en-US" altLang="ko-KR" sz="1400" b="0" dirty="0">
              <a:latin typeface="Abadi" panose="020B0604020104020204" pitchFamily="34" charset="0"/>
            </a:endParaRP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E94E40-0016-4884-A81E-F0E57862B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155" y="1163783"/>
            <a:ext cx="7105118" cy="2772887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366123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Signal types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5B041601-35F9-43BF-A6E1-D766307C92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9727" y="1031631"/>
                <a:ext cx="5553319" cy="1797538"/>
              </a:xfrm>
            </p:spPr>
            <p:txBody>
              <a:bodyPr/>
              <a:lstStyle/>
              <a:p>
                <a:r>
                  <a:rPr lang="en-US" altLang="ko-KR" sz="2000" dirty="0">
                    <a:latin typeface="Abadi" panose="020B0604020104020204" pitchFamily="34" charset="0"/>
                  </a:rPr>
                  <a:t>Digital LF:</a:t>
                </a:r>
              </a:p>
              <a:p>
                <a:pPr lvl="1"/>
                <a:r>
                  <a:rPr lang="en-US" altLang="ko-KR" sz="1400" b="0" dirty="0">
                    <a:latin typeface="Abadi" panose="020B0604020104020204" pitchFamily="34" charset="0"/>
                  </a:rPr>
                  <a:t>B-FSK</a:t>
                </a:r>
                <a:endParaRPr lang="en-US" altLang="ko-KR" sz="1400" dirty="0">
                  <a:latin typeface="Abadi" panose="020B0604020104020204" pitchFamily="34" charset="0"/>
                </a:endParaRPr>
              </a:p>
              <a:p>
                <a:pPr lvl="2"/>
                <a:r>
                  <a:rPr lang="en-US" altLang="ko-KR" b="0" dirty="0">
                    <a:latin typeface="Abadi" panose="020B0604020104020204" pitchFamily="34" charset="0"/>
                  </a:rPr>
                  <a:t>Bit 0:    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ko-KR" b="0" dirty="0">
                  <a:latin typeface="Abadi" panose="020B0604020104020204" pitchFamily="34" charset="0"/>
                </a:endParaRPr>
              </a:p>
              <a:p>
                <a:pPr lvl="2"/>
                <a:r>
                  <a:rPr lang="en-US" altLang="ko-KR" b="0" dirty="0">
                    <a:latin typeface="Abadi" panose="020B0604020104020204" pitchFamily="34" charset="0"/>
                  </a:rPr>
                  <a:t>Bit 1: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ko-KR" dirty="0">
                  <a:latin typeface="Abadi" panose="020B0604020104020204" pitchFamily="34" charset="0"/>
                </a:endParaRPr>
              </a:p>
              <a:p>
                <a:pPr lvl="2"/>
                <a:r>
                  <a:rPr lang="en-US" altLang="ko-KR" dirty="0">
                    <a:latin typeface="Abadi" panose="020B0604020104020204" pitchFamily="34" charset="0"/>
                  </a:rPr>
                  <a:t>Beacon: 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dirty="0">
                    <a:latin typeface="Abadi" panose="020B0604020104020204" pitchFamily="34" charset="0"/>
                  </a:rPr>
                  <a:t> </a:t>
                </a:r>
              </a:p>
              <a:p>
                <a:pPr lvl="2"/>
                <a:r>
                  <a:rPr lang="en-US" altLang="ko-KR" dirty="0">
                    <a:latin typeface="Abadi" panose="020B0604020104020204" pitchFamily="34" charset="0"/>
                  </a:rPr>
                  <a:t>Pressure: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~</m:t>
                        </m:r>
                      </m:sub>
                    </m:sSub>
                  </m:oMath>
                </a14:m>
                <a:endParaRPr lang="en-US" altLang="ko-KR" dirty="0">
                  <a:latin typeface="Abadi" panose="020B0604020104020204" pitchFamily="34" charset="0"/>
                </a:endParaRPr>
              </a:p>
              <a:p>
                <a:pPr marL="914400" lvl="2" indent="0">
                  <a:buNone/>
                </a:pP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5B041601-35F9-43BF-A6E1-D766307C9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727" y="1031631"/>
                <a:ext cx="5553319" cy="1797538"/>
              </a:xfrm>
              <a:blipFill>
                <a:blip r:embed="rId2"/>
                <a:stretch>
                  <a:fillRect l="-988" t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AEDF60-3B45-4F11-A02C-40CBE2087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156" y="890954"/>
            <a:ext cx="5937141" cy="35794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BBF50A-FC3F-40CA-99A8-8AB412E8F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182" y="3040484"/>
            <a:ext cx="5553320" cy="337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940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Signal types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5B041601-35F9-43BF-A6E1-D766307C92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9728" y="1057792"/>
                <a:ext cx="5553319" cy="153691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ko-KR" sz="2400" dirty="0">
                    <a:latin typeface="Abadi" panose="020B0604020104020204" pitchFamily="34" charset="0"/>
                  </a:rPr>
                  <a:t>Beacon LF </a:t>
                </a:r>
                <a:r>
                  <a:rPr lang="en-US" altLang="ko-KR" sz="2200" dirty="0">
                    <a:latin typeface="Abadi" panose="020B0604020104020204" pitchFamily="34" charset="0"/>
                  </a:rPr>
                  <a:t>mixed signal: Tip + Ring = Front</a:t>
                </a:r>
              </a:p>
              <a:p>
                <a:pPr lvl="1"/>
                <a:r>
                  <a:rPr lang="en-US" altLang="ko-KR" dirty="0">
                    <a:latin typeface="Abadi" panose="020B0604020104020204" pitchFamily="34" charset="0"/>
                  </a:rPr>
                  <a:t>Beacon front</a:t>
                </a:r>
              </a:p>
              <a:p>
                <a:pPr lvl="2"/>
                <a:r>
                  <a:rPr lang="en-US" altLang="ko-KR" dirty="0">
                    <a:latin typeface="Abadi" panose="020B0604020104020204" pitchFamily="34" charset="0"/>
                  </a:rPr>
                  <a:t>Beacon TIP  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dirty="0">
                    <a:latin typeface="Abadi" panose="020B0604020104020204" pitchFamily="34" charset="0"/>
                  </a:rPr>
                  <a:t> </a:t>
                </a:r>
              </a:p>
              <a:p>
                <a:pPr lvl="2"/>
                <a:r>
                  <a:rPr lang="en-US" altLang="ko-KR" dirty="0">
                    <a:latin typeface="Abadi" panose="020B0604020104020204" pitchFamily="34" charset="0"/>
                  </a:rPr>
                  <a:t>Beacon RING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𝐵𝑟𝑖𝑛𝑔</m:t>
                        </m:r>
                      </m:sub>
                    </m:sSub>
                  </m:oMath>
                </a14:m>
                <a:r>
                  <a:rPr lang="en-US" altLang="ko-KR" dirty="0">
                    <a:latin typeface="Abadi" panose="020B0604020104020204" pitchFamily="34" charset="0"/>
                  </a:rPr>
                  <a:t> </a:t>
                </a:r>
              </a:p>
              <a:p>
                <a:pPr lvl="1"/>
                <a:r>
                  <a:rPr lang="en-US" altLang="ko-KR" dirty="0">
                    <a:latin typeface="Abadi" panose="020B0604020104020204" pitchFamily="34" charset="0"/>
                  </a:rPr>
                  <a:t>Beacon HF mixed</a:t>
                </a:r>
              </a:p>
              <a:p>
                <a:pPr lvl="2"/>
                <a:r>
                  <a:rPr lang="en-US" altLang="ko-KR" dirty="0">
                    <a:latin typeface="Abadi" panose="020B0604020104020204" pitchFamily="34" charset="0"/>
                  </a:rPr>
                  <a:t>The same, 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𝐿𝐹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altLang="ko-KR" dirty="0">
                  <a:latin typeface="Abadi" panose="020B0604020104020204" pitchFamily="34" charset="0"/>
                </a:endParaRPr>
              </a:p>
              <a:p>
                <a:pPr lvl="2"/>
                <a:endParaRPr lang="en-US" altLang="ko-KR" dirty="0">
                  <a:latin typeface="Abadi" panose="020B0604020104020204" pitchFamily="34" charset="0"/>
                </a:endParaRPr>
              </a:p>
              <a:p>
                <a:pPr marL="914400" lvl="2" indent="0">
                  <a:buNone/>
                </a:pP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5B041601-35F9-43BF-A6E1-D766307C9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728" y="1057792"/>
                <a:ext cx="5553319" cy="1536916"/>
              </a:xfrm>
              <a:blipFill>
                <a:blip r:embed="rId2"/>
                <a:stretch>
                  <a:fillRect l="-1207" t="-6746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782EC1-8323-49F8-9FBF-28397698A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8" y="2677232"/>
            <a:ext cx="6030057" cy="37024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9BD0B6-A317-4FCF-ADA9-3756A5520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956" y="866775"/>
            <a:ext cx="5713044" cy="347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73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Signal types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5B041601-35F9-43BF-A6E1-D766307C92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4360" y="1017454"/>
                <a:ext cx="5553319" cy="1433429"/>
              </a:xfrm>
            </p:spPr>
            <p:txBody>
              <a:bodyPr/>
              <a:lstStyle/>
              <a:p>
                <a:r>
                  <a:rPr lang="en-US" altLang="ko-KR" sz="2000" dirty="0">
                    <a:latin typeface="Abadi" panose="020B0604020104020204" pitchFamily="34" charset="0"/>
                  </a:rPr>
                  <a:t>Digital HF:</a:t>
                </a:r>
              </a:p>
              <a:p>
                <a:pPr lvl="1"/>
                <a:r>
                  <a:rPr lang="en-US" altLang="ko-KR" sz="1400" dirty="0">
                    <a:latin typeface="Abadi" panose="020B0604020104020204" pitchFamily="34" charset="0"/>
                  </a:rPr>
                  <a:t>Sequence bits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𝐻𝐹</m:t>
                        </m:r>
                      </m:sub>
                    </m:sSub>
                  </m:oMath>
                </a14:m>
                <a:endParaRPr lang="en-US" altLang="ko-KR" sz="1400" dirty="0">
                  <a:latin typeface="Abadi" panose="020B0604020104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𝐻𝐹</m:t>
                        </m:r>
                      </m:sub>
                    </m:sSub>
                  </m:oMath>
                </a14:m>
                <a:endParaRPr lang="en-US" altLang="ko-KR" sz="1400" dirty="0">
                  <a:latin typeface="Abadi" panose="020B0604020104020204" pitchFamily="34" charset="0"/>
                </a:endParaRPr>
              </a:p>
              <a:p>
                <a:pPr lvl="1"/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5B041601-35F9-43BF-A6E1-D766307C9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4360" y="1017454"/>
                <a:ext cx="5553319" cy="1433429"/>
              </a:xfrm>
              <a:blipFill>
                <a:blip r:embed="rId2"/>
                <a:stretch>
                  <a:fillRect l="-988" t="-4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8DED4D-56E0-48F1-AACA-7764BC0DC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196" y="896981"/>
            <a:ext cx="5670334" cy="34717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F8CF63-01AC-44F8-8DDA-541A24EE7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60" y="2902975"/>
            <a:ext cx="5839556" cy="357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52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Signal types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5B041601-35F9-43BF-A6E1-D766307C92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9727" y="1008185"/>
                <a:ext cx="5553319" cy="1977292"/>
              </a:xfrm>
            </p:spPr>
            <p:txBody>
              <a:bodyPr/>
              <a:lstStyle/>
              <a:p>
                <a:r>
                  <a:rPr lang="en-US" altLang="ko-KR" sz="2000" dirty="0">
                    <a:latin typeface="Abadi" panose="020B0604020104020204" pitchFamily="34" charset="0"/>
                  </a:rPr>
                  <a:t>Digital HF mixed signal: Tip + Ring = Front</a:t>
                </a:r>
              </a:p>
              <a:p>
                <a:pPr lvl="1"/>
                <a:r>
                  <a:rPr lang="en-US" altLang="ko-KR" sz="1400" dirty="0">
                    <a:latin typeface="Abadi" panose="020B0604020104020204" pitchFamily="34" charset="0"/>
                  </a:rPr>
                  <a:t>Digital</a:t>
                </a:r>
                <a:r>
                  <a:rPr lang="en-US" altLang="ko-KR" sz="1400" b="0" dirty="0">
                    <a:latin typeface="Abadi" panose="020B0604020104020204" pitchFamily="34" charset="0"/>
                  </a:rPr>
                  <a:t> HF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𝐻𝐹</m:t>
                        </m:r>
                      </m:sub>
                    </m:sSub>
                  </m:oMath>
                </a14:m>
                <a:endParaRPr lang="en-US" altLang="ko-KR" dirty="0">
                  <a:latin typeface="Abadi" panose="020B0604020104020204" pitchFamily="34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𝐻𝐹</m:t>
                        </m:r>
                      </m:sub>
                    </m:sSub>
                  </m:oMath>
                </a14:m>
                <a:endParaRPr lang="en-US" altLang="ko-KR" b="0" dirty="0">
                  <a:latin typeface="Abadi" panose="020B0604020104020204" pitchFamily="34" charset="0"/>
                </a:endParaRPr>
              </a:p>
              <a:p>
                <a:pPr lvl="1"/>
                <a:r>
                  <a:rPr lang="en-US" altLang="ko-KR" sz="1400" dirty="0">
                    <a:latin typeface="Abadi" panose="020B0604020104020204" pitchFamily="34" charset="0"/>
                  </a:rPr>
                  <a:t>Digital HF ring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𝐻𝐹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𝑟𝑖𝑛𝑔</m:t>
                        </m:r>
                      </m:sub>
                    </m:sSub>
                  </m:oMath>
                </a14:m>
                <a:endParaRPr lang="en-US" altLang="ko-KR" dirty="0">
                  <a:latin typeface="Abadi" panose="020B0604020104020204" pitchFamily="34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𝐻𝐹𝑟𝑖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𝑛𝑔</m:t>
                        </m:r>
                      </m:sub>
                    </m:sSub>
                  </m:oMath>
                </a14:m>
                <a:endParaRPr lang="en-US" altLang="ko-KR" b="0" dirty="0">
                  <a:latin typeface="Abadi" panose="020B0604020104020204" pitchFamily="34" charset="0"/>
                </a:endParaRPr>
              </a:p>
              <a:p>
                <a:pPr marL="914400" lvl="2" indent="0">
                  <a:buNone/>
                </a:pPr>
                <a:endParaRPr lang="en-US" altLang="ko-KR" dirty="0">
                  <a:latin typeface="Abadi" panose="020B0604020104020204" pitchFamily="34" charset="0"/>
                </a:endParaRPr>
              </a:p>
              <a:p>
                <a:pPr marL="914400" lvl="2" indent="0">
                  <a:buNone/>
                </a:pP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5B041601-35F9-43BF-A6E1-D766307C9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727" y="1008185"/>
                <a:ext cx="5553319" cy="1977292"/>
              </a:xfrm>
              <a:blipFill>
                <a:blip r:embed="rId2"/>
                <a:stretch>
                  <a:fillRect l="-988" t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EF9B45-4D0D-4476-A97F-2672FF441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88" y="3111698"/>
            <a:ext cx="5501473" cy="33738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8CB2A2-7E12-4D02-ADD6-D174B8275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956" y="851877"/>
            <a:ext cx="5553319" cy="337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2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Signal types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5B041601-35F9-43BF-A6E1-D766307C92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319" y="1051825"/>
                <a:ext cx="5553319" cy="2731529"/>
              </a:xfrm>
            </p:spPr>
            <p:txBody>
              <a:bodyPr/>
              <a:lstStyle/>
              <a:p>
                <a:r>
                  <a:rPr lang="en-US" altLang="ko-KR" sz="2000" dirty="0">
                    <a:latin typeface="Abadi" panose="020B0604020104020204" pitchFamily="34" charset="0"/>
                  </a:rPr>
                  <a:t>Pressure signal:</a:t>
                </a:r>
              </a:p>
              <a:p>
                <a:pPr lvl="1"/>
                <a:r>
                  <a:rPr lang="en-US" altLang="ko-KR" b="0" dirty="0">
                    <a:latin typeface="Abadi" panose="020B0604020104020204" pitchFamily="34" charset="0"/>
                  </a:rPr>
                  <a:t>M-FSK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~</m:t>
                        </m:r>
                      </m:sub>
                    </m:sSub>
                  </m:oMath>
                </a14:m>
                <a:endParaRPr lang="en-US" altLang="ko-KR" dirty="0">
                  <a:latin typeface="Abadi" panose="020B0604020104020204" pitchFamily="34" charset="0"/>
                </a:endParaRPr>
              </a:p>
              <a:p>
                <a:pPr lvl="1"/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5B041601-35F9-43BF-A6E1-D766307C9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319" y="1051825"/>
                <a:ext cx="5553319" cy="2731529"/>
              </a:xfrm>
              <a:blipFill>
                <a:blip r:embed="rId2"/>
                <a:stretch>
                  <a:fillRect l="-988" t="-2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A0D093D-4418-4022-B9E1-70D4EFBFE4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0633329"/>
                  </p:ext>
                </p:extLst>
              </p:nvPr>
            </p:nvGraphicFramePr>
            <p:xfrm>
              <a:off x="8688075" y="1051825"/>
              <a:ext cx="325700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8503">
                      <a:extLst>
                        <a:ext uri="{9D8B030D-6E8A-4147-A177-3AD203B41FA5}">
                          <a16:colId xmlns:a16="http://schemas.microsoft.com/office/drawing/2014/main" val="1045818988"/>
                        </a:ext>
                      </a:extLst>
                    </a:gridCol>
                    <a:gridCol w="1628503">
                      <a:extLst>
                        <a:ext uri="{9D8B030D-6E8A-4147-A177-3AD203B41FA5}">
                          <a16:colId xmlns:a16="http://schemas.microsoft.com/office/drawing/2014/main" val="315625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Pressure level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Frequency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873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9995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+1×</m:t>
                              </m:r>
                            </m:oMath>
                          </a14:m>
                          <a:r>
                            <a:rPr lang="en-US" sz="1200" i="1" dirty="0"/>
                            <a:t>∆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99511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1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12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86248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1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1" dirty="0" smtClean="0"/>
                                  <m:t>∆</m:t>
                                </m:r>
                              </m:oMath>
                            </m:oMathPara>
                          </a14:m>
                          <a:endParaRPr lang="en-US" sz="12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9341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US" sz="1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03667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256</m:t>
                                </m:r>
                              </m:oMath>
                            </m:oMathPara>
                          </a14:m>
                          <a:endParaRPr lang="en-US" sz="1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+256×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1" dirty="0" smtClean="0"/>
                                  <m:t>∆</m:t>
                                </m:r>
                              </m:oMath>
                            </m:oMathPara>
                          </a14:m>
                          <a:endParaRPr lang="en-US" sz="1200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49004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2">
                <a:extLst>
                  <a:ext uri="{FF2B5EF4-FFF2-40B4-BE49-F238E27FC236}">
                    <a16:creationId xmlns:a16="http://schemas.microsoft.com/office/drawing/2014/main" id="{DA0D093D-4418-4022-B9E1-70D4EFBFE4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0633329"/>
                  </p:ext>
                </p:extLst>
              </p:nvPr>
            </p:nvGraphicFramePr>
            <p:xfrm>
              <a:off x="8688075" y="1051825"/>
              <a:ext cx="3257006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8503">
                      <a:extLst>
                        <a:ext uri="{9D8B030D-6E8A-4147-A177-3AD203B41FA5}">
                          <a16:colId xmlns:a16="http://schemas.microsoft.com/office/drawing/2014/main" val="1045818988"/>
                        </a:ext>
                      </a:extLst>
                    </a:gridCol>
                    <a:gridCol w="1628503">
                      <a:extLst>
                        <a:ext uri="{9D8B030D-6E8A-4147-A177-3AD203B41FA5}">
                          <a16:colId xmlns:a16="http://schemas.microsoft.com/office/drawing/2014/main" val="315625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Pressure level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Frequency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87394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3" t="-101639" r="-101119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49" t="-101639" r="-1498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9995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3" t="-201639" r="-101119" b="-4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49" t="-201639" r="-1498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9511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3" t="-301639" r="-101119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49" t="-301639" r="-1498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86248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3" t="-401639" r="-101119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49" t="-401639" r="-1498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93416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3" t="-501639" r="-101119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03667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3" t="-601639" r="-10111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749" t="-601639" r="-1498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49004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23FBE5C-E90C-43FD-BDAA-D259869DD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272" y="3958761"/>
            <a:ext cx="11587810" cy="229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7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Signal types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5B041601-35F9-43BF-A6E1-D766307C92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9752" y="1094634"/>
                <a:ext cx="5553319" cy="1747015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sz="2000" dirty="0">
                    <a:latin typeface="Abadi" panose="020B0604020104020204" pitchFamily="34" charset="0"/>
                  </a:rPr>
                  <a:t>Pressure mixed signal: Tip + Ring = Front</a:t>
                </a:r>
              </a:p>
              <a:p>
                <a:pPr lvl="1"/>
                <a:r>
                  <a:rPr lang="en-US" altLang="ko-KR" sz="1400" dirty="0">
                    <a:latin typeface="Abadi" panose="020B0604020104020204" pitchFamily="34" charset="0"/>
                  </a:rPr>
                  <a:t>Pressure</a:t>
                </a:r>
                <a:r>
                  <a:rPr lang="en-US" altLang="ko-KR" sz="1400" b="0" dirty="0">
                    <a:latin typeface="Abadi" panose="020B0604020104020204" pitchFamily="34" charset="0"/>
                  </a:rPr>
                  <a:t> level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~</m:t>
                        </m:r>
                      </m:sub>
                    </m:sSub>
                  </m:oMath>
                </a14:m>
                <a:endParaRPr lang="en-US" altLang="ko-KR" dirty="0">
                  <a:latin typeface="Abadi" panose="020B0604020104020204" pitchFamily="34" charset="0"/>
                </a:endParaRPr>
              </a:p>
              <a:p>
                <a:pPr lvl="1"/>
                <a:r>
                  <a:rPr lang="en-US" altLang="ko-KR" sz="1400" dirty="0">
                    <a:latin typeface="Abadi" panose="020B0604020104020204" pitchFamily="34" charset="0"/>
                  </a:rPr>
                  <a:t>Pressure high frequency</a:t>
                </a:r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𝑟𝑒𝑠𝑠𝑢𝑟𝑒</m:t>
                        </m:r>
                      </m:sub>
                    </m:sSub>
                  </m:oMath>
                </a14:m>
                <a:endParaRPr lang="en-US" altLang="ko-KR" dirty="0">
                  <a:latin typeface="Abadi" panose="020B0604020104020204" pitchFamily="34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𝑝𝑟𝑒𝑠𝑠𝑢𝑟𝑒</m:t>
                        </m:r>
                      </m:sub>
                    </m:sSub>
                  </m:oMath>
                </a14:m>
                <a:endParaRPr lang="en-US" altLang="ko-KR" dirty="0">
                  <a:latin typeface="Abadi" panose="020B0604020104020204" pitchFamily="34" charset="0"/>
                </a:endParaRPr>
              </a:p>
              <a:p>
                <a:pPr lvl="1"/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5B041601-35F9-43BF-A6E1-D766307C9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9752" y="1094634"/>
                <a:ext cx="5553319" cy="1747015"/>
              </a:xfrm>
              <a:blipFill>
                <a:blip r:embed="rId2"/>
                <a:stretch>
                  <a:fillRect l="-988" t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38AC42-1809-486A-9670-DEE6DBE15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769" y="946206"/>
            <a:ext cx="5614548" cy="3434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12B33-25CB-4544-81DC-385DB4CF8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38" y="2946424"/>
            <a:ext cx="5811546" cy="352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328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MPP2.0 signal specification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E41F440E-BA63-4AA3-BDEB-435349BCB105}"/>
              </a:ext>
            </a:extLst>
          </p:cNvPr>
          <p:cNvSpPr txBox="1">
            <a:spLocks/>
          </p:cNvSpPr>
          <p:nvPr/>
        </p:nvSpPr>
        <p:spPr>
          <a:xfrm>
            <a:off x="159728" y="1031631"/>
            <a:ext cx="5139104" cy="179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latin typeface="Abadi" panose="020B0604020104020204" pitchFamily="34" charset="0"/>
              </a:rPr>
              <a:t>Time analysis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E2D564-A7A2-4C03-8467-E80E80DD2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4" y="3694815"/>
            <a:ext cx="7818100" cy="2778722"/>
          </a:xfrm>
          <a:prstGeom prst="rect">
            <a:avLst/>
          </a:prstGeom>
          <a:ln>
            <a:solidFill>
              <a:srgbClr val="D91E25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04E9DA-2F6B-4F76-BDF2-1AFBBF69A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448" y="953262"/>
            <a:ext cx="6416431" cy="262866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2738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MPP2.0 signal specification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E41F440E-BA63-4AA3-BDEB-435349BCB105}"/>
              </a:ext>
            </a:extLst>
          </p:cNvPr>
          <p:cNvSpPr txBox="1">
            <a:spLocks/>
          </p:cNvSpPr>
          <p:nvPr/>
        </p:nvSpPr>
        <p:spPr>
          <a:xfrm>
            <a:off x="159727" y="1031631"/>
            <a:ext cx="5553319" cy="179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latin typeface="Abadi" panose="020B0604020104020204" pitchFamily="34" charset="0"/>
              </a:rPr>
              <a:t>Clock analysis</a:t>
            </a:r>
            <a:endParaRPr lang="en-US" altLang="ko-KR" dirty="0">
              <a:latin typeface="Abadi" panose="020B0604020104020204" pitchFamily="34" charset="0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D22768-3772-4B8A-8069-6A695E23A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39" y="1754032"/>
            <a:ext cx="11922122" cy="468343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995880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Detect module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E41F440E-BA63-4AA3-BDEB-435349BCB105}"/>
              </a:ext>
            </a:extLst>
          </p:cNvPr>
          <p:cNvSpPr txBox="1">
            <a:spLocks/>
          </p:cNvSpPr>
          <p:nvPr/>
        </p:nvSpPr>
        <p:spPr>
          <a:xfrm>
            <a:off x="159727" y="1031631"/>
            <a:ext cx="5553319" cy="179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latin typeface="Abadi" panose="020B0604020104020204" pitchFamily="34" charset="0"/>
              </a:rPr>
              <a:t>Detection methods:</a:t>
            </a:r>
          </a:p>
          <a:p>
            <a:pPr lvl="1"/>
            <a:r>
              <a:rPr lang="en-US" altLang="ko-KR" dirty="0">
                <a:latin typeface="Abadi" panose="020B0604020104020204" pitchFamily="34" charset="0"/>
              </a:rPr>
              <a:t>FFT module</a:t>
            </a:r>
          </a:p>
          <a:p>
            <a:pPr lvl="1"/>
            <a:r>
              <a:rPr lang="en-US" altLang="ko-KR" dirty="0">
                <a:latin typeface="Abadi" panose="020B0604020104020204" pitchFamily="34" charset="0"/>
              </a:rPr>
              <a:t>FSK demodulation</a:t>
            </a:r>
          </a:p>
          <a:p>
            <a:pPr lvl="2"/>
            <a:endParaRPr lang="en-US" altLang="ko-KR" dirty="0">
              <a:latin typeface="Abadi" panose="020B0604020104020204" pitchFamily="34" charset="0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8438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Detect module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D03BB913-46F9-4467-8CC6-692085709CC1}"/>
              </a:ext>
            </a:extLst>
          </p:cNvPr>
          <p:cNvSpPr txBox="1">
            <a:spLocks/>
          </p:cNvSpPr>
          <p:nvPr/>
        </p:nvSpPr>
        <p:spPr>
          <a:xfrm>
            <a:off x="159727" y="1031631"/>
            <a:ext cx="5553319" cy="179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latin typeface="Abadi" panose="020B0604020104020204" pitchFamily="34" charset="0"/>
              </a:rPr>
              <a:t>Beacon LF mixed signal: Tip + Ring = Front</a:t>
            </a:r>
          </a:p>
          <a:p>
            <a:pPr lvl="1"/>
            <a:r>
              <a:rPr lang="en-US" altLang="ko-KR" sz="1400" dirty="0">
                <a:latin typeface="Abadi" panose="020B0604020104020204" pitchFamily="34" charset="0"/>
              </a:rPr>
              <a:t>FFT detection</a:t>
            </a:r>
          </a:p>
          <a:p>
            <a:pPr lvl="1"/>
            <a:r>
              <a:rPr lang="en-US" altLang="ko-KR" sz="1400" dirty="0">
                <a:latin typeface="Abadi" panose="020B0604020104020204" pitchFamily="34" charset="0"/>
              </a:rPr>
              <a:t>FSK demodulation</a:t>
            </a:r>
          </a:p>
          <a:p>
            <a:pPr lvl="2"/>
            <a:endParaRPr lang="en-US" altLang="ko-KR" dirty="0">
              <a:latin typeface="Abadi" panose="020B0604020104020204" pitchFamily="34" charset="0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en-US" altLang="ko-KR" dirty="0"/>
          </a:p>
          <a:p>
            <a:endParaRPr lang="ko-KR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B895F4-91C7-448B-9764-A85C10412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882" y="1414266"/>
            <a:ext cx="8272583" cy="501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000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Detect module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CDA0489F-7D15-4FE7-8162-739CDC415720}"/>
              </a:ext>
            </a:extLst>
          </p:cNvPr>
          <p:cNvSpPr txBox="1">
            <a:spLocks/>
          </p:cNvSpPr>
          <p:nvPr/>
        </p:nvSpPr>
        <p:spPr>
          <a:xfrm>
            <a:off x="159727" y="1031631"/>
            <a:ext cx="5553319" cy="179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latin typeface="Abadi" panose="020B0604020104020204" pitchFamily="34" charset="0"/>
              </a:rPr>
              <a:t>Digital HF</a:t>
            </a:r>
          </a:p>
          <a:p>
            <a:pPr lvl="1"/>
            <a:r>
              <a:rPr lang="en-US" altLang="ko-KR" dirty="0">
                <a:latin typeface="Abadi" panose="020B0604020104020204" pitchFamily="34" charset="0"/>
              </a:rPr>
              <a:t>FFT detection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779055-FEE1-47F5-BD78-2703A9010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065" y="1292891"/>
            <a:ext cx="3973734" cy="24126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B7D52D-9890-40B2-9CE5-368E404E7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361" y="1292891"/>
            <a:ext cx="3981767" cy="24126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AC3F7C-6EB9-4FCA-A5FD-92A837630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763" y="3945653"/>
            <a:ext cx="3973734" cy="24191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140BF8E-2595-4F6F-906D-545860F44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3361" y="3948309"/>
            <a:ext cx="3982316" cy="241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42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Detect module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CDA0489F-7D15-4FE7-8162-739CDC415720}"/>
              </a:ext>
            </a:extLst>
          </p:cNvPr>
          <p:cNvSpPr txBox="1">
            <a:spLocks/>
          </p:cNvSpPr>
          <p:nvPr/>
        </p:nvSpPr>
        <p:spPr>
          <a:xfrm>
            <a:off x="159727" y="1031631"/>
            <a:ext cx="5553319" cy="179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latin typeface="Abadi" panose="020B0604020104020204" pitchFamily="34" charset="0"/>
              </a:rPr>
              <a:t>Digital HF</a:t>
            </a:r>
          </a:p>
          <a:p>
            <a:pPr lvl="1"/>
            <a:r>
              <a:rPr lang="en-US" altLang="ko-KR" dirty="0">
                <a:latin typeface="Abadi" panose="020B0604020104020204" pitchFamily="34" charset="0"/>
              </a:rPr>
              <a:t>FFT detection</a:t>
            </a:r>
          </a:p>
        </p:txBody>
      </p:sp>
    </p:spTree>
    <p:extLst>
      <p:ext uri="{BB962C8B-B14F-4D97-AF65-F5344CB8AC3E}">
        <p14:creationId xmlns:p14="http://schemas.microsoft.com/office/powerpoint/2010/main" val="3527027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6CA326A-C28C-4BC5-8C5C-F93347F1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Detect module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071451D-5378-4494-8934-AB8DE07EC4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ko-KR" altLang="en-US" dirty="0"/>
              <a:t>슬라이드 내용에 관한 간단한 설명</a:t>
            </a:r>
          </a:p>
        </p:txBody>
      </p:sp>
      <p:sp>
        <p:nvSpPr>
          <p:cNvPr id="5" name="내용 개체 틀 10">
            <a:extLst>
              <a:ext uri="{FF2B5EF4-FFF2-40B4-BE49-F238E27FC236}">
                <a16:creationId xmlns:a16="http://schemas.microsoft.com/office/drawing/2014/main" id="{CDA0489F-7D15-4FE7-8162-739CDC415720}"/>
              </a:ext>
            </a:extLst>
          </p:cNvPr>
          <p:cNvSpPr txBox="1">
            <a:spLocks/>
          </p:cNvSpPr>
          <p:nvPr/>
        </p:nvSpPr>
        <p:spPr>
          <a:xfrm>
            <a:off x="159727" y="1031631"/>
            <a:ext cx="5553319" cy="179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latin typeface="Abadi" panose="020B0604020104020204" pitchFamily="34" charset="0"/>
              </a:rPr>
              <a:t>Digital HF</a:t>
            </a:r>
          </a:p>
          <a:p>
            <a:pPr lvl="1"/>
            <a:r>
              <a:rPr lang="en-US" altLang="ko-KR" dirty="0">
                <a:latin typeface="Abadi" panose="020B0604020104020204" pitchFamily="34" charset="0"/>
              </a:rPr>
              <a:t>FSK demodulation</a:t>
            </a:r>
          </a:p>
          <a:p>
            <a:pPr lvl="2"/>
            <a:endParaRPr lang="en-US" altLang="ko-KR" dirty="0">
              <a:latin typeface="Abadi" panose="020B0604020104020204" pitchFamily="34" charset="0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0427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D327C87-69F9-401C-85D0-FAA6A1E3D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48495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67095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4158</TotalTime>
  <Words>407</Words>
  <Application>Microsoft Office PowerPoint</Application>
  <PresentationFormat>Widescreen</PresentationFormat>
  <Paragraphs>124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HY견고딕</vt:lpstr>
      <vt:lpstr>맑은 고딕</vt:lpstr>
      <vt:lpstr>맑은 고딕 (Body)</vt:lpstr>
      <vt:lpstr>Abadi</vt:lpstr>
      <vt:lpstr>Arial</vt:lpstr>
      <vt:lpstr>Arial Black</vt:lpstr>
      <vt:lpstr>Cambria Math</vt:lpstr>
      <vt:lpstr>Times</vt:lpstr>
      <vt:lpstr>Times New Roman</vt:lpstr>
      <vt:lpstr>Verdana</vt:lpstr>
      <vt:lpstr>Wingdings</vt:lpstr>
      <vt:lpstr>1_Office 테마</vt:lpstr>
      <vt:lpstr>Active pen MPP2.0 Signal types analysis and Detecting part proposal.</vt:lpstr>
      <vt:lpstr>PowerPoint Presentation</vt:lpstr>
      <vt:lpstr>System model</vt:lpstr>
      <vt:lpstr>System model</vt:lpstr>
      <vt:lpstr>Signal types</vt:lpstr>
      <vt:lpstr>Signal types</vt:lpstr>
      <vt:lpstr>Signal types</vt:lpstr>
      <vt:lpstr>Signal types</vt:lpstr>
      <vt:lpstr>Signal types</vt:lpstr>
      <vt:lpstr>Signal types</vt:lpstr>
      <vt:lpstr>MPP2.0 signal specification</vt:lpstr>
      <vt:lpstr>MPP2.0 signal specification</vt:lpstr>
      <vt:lpstr>Detect module</vt:lpstr>
      <vt:lpstr>Detect module</vt:lpstr>
      <vt:lpstr>Detect module</vt:lpstr>
      <vt:lpstr>Detect module</vt:lpstr>
      <vt:lpstr>Detect module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오기환</dc:creator>
  <cp:lastModifiedBy>Nguyen Manh Duc</cp:lastModifiedBy>
  <cp:revision>251</cp:revision>
  <dcterms:created xsi:type="dcterms:W3CDTF">2017-04-11T06:08:10Z</dcterms:created>
  <dcterms:modified xsi:type="dcterms:W3CDTF">2021-01-15T08:47:59Z</dcterms:modified>
</cp:coreProperties>
</file>